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Lst>
  <p:notesMasterIdLst>
    <p:notesMasterId r:id="rId11"/>
  </p:notesMasterIdLst>
  <p:handoutMasterIdLst>
    <p:handoutMasterId r:id="rId12"/>
  </p:handoutMasterIdLst>
  <p:sldIdLst>
    <p:sldId id="291" r:id="rId5"/>
    <p:sldId id="292" r:id="rId6"/>
    <p:sldId id="296" r:id="rId7"/>
    <p:sldId id="293" r:id="rId8"/>
    <p:sldId id="294" r:id="rId9"/>
    <p:sldId id="295" r:id="rId10"/>
  </p:sldIdLst>
  <p:sldSz cx="14630400" cy="8229600"/>
  <p:notesSz cx="6858000" cy="9144000"/>
  <p:defaultTextStyle>
    <a:defPPr rtl="0">
      <a:defRPr lang="en-GB"/>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15:guide id="6" pos="4608" userDrawn="1">
          <p15:clr>
            <a:srgbClr val="A4A3A4"/>
          </p15:clr>
        </p15:guide>
        <p15:guide id="7" orient="horz" pos="2592"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AFEA"/>
    <a:srgbClr val="222EA8"/>
    <a:srgbClr val="B13DC8"/>
    <a:srgbClr val="0EABB9"/>
    <a:srgbClr val="0EABBA"/>
    <a:srgbClr val="01B0EB"/>
    <a:srgbClr val="202EA8"/>
    <a:srgbClr val="B74CCC"/>
    <a:srgbClr val="1B895F"/>
    <a:srgbClr val="1361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843DEE-2663-4104-B96C-74C0D6002877}" v="766" dt="2025-09-04T12:29:55.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showGuides="1">
      <p:cViewPr varScale="1">
        <p:scale>
          <a:sx n="67" d="100"/>
          <a:sy n="67" d="100"/>
        </p:scale>
        <p:origin x="56" y="1584"/>
      </p:cViewPr>
      <p:guideLst>
        <p:guide pos="4608"/>
        <p:guide orient="horz" pos="2592"/>
      </p:guideLst>
    </p:cSldViewPr>
  </p:slideViewPr>
  <p:outlineViewPr>
    <p:cViewPr>
      <p:scale>
        <a:sx n="33" d="100"/>
        <a:sy n="33" d="100"/>
      </p:scale>
      <p:origin x="0" y="-3917"/>
    </p:cViewPr>
  </p:outlineViewPr>
  <p:notesTextViewPr>
    <p:cViewPr>
      <p:scale>
        <a:sx n="1" d="1"/>
        <a:sy n="1" d="1"/>
      </p:scale>
      <p:origin x="0" y="0"/>
    </p:cViewPr>
  </p:notesTextViewPr>
  <p:notesViewPr>
    <p:cSldViewPr snapToGrid="0" showGuides="1">
      <p:cViewPr varScale="1">
        <p:scale>
          <a:sx n="79" d="100"/>
          <a:sy n="79" d="100"/>
        </p:scale>
        <p:origin x="315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Cullen" userId="2445a1c52d39f861" providerId="LiveId" clId="{87843DEE-2663-4104-B96C-74C0D6002877}"/>
    <pc:docChg chg="undo custSel modSld">
      <pc:chgData name="Ed Cullen" userId="2445a1c52d39f861" providerId="LiveId" clId="{87843DEE-2663-4104-B96C-74C0D6002877}" dt="2025-09-04T12:30:23.894" v="1718" actId="2711"/>
      <pc:docMkLst>
        <pc:docMk/>
      </pc:docMkLst>
      <pc:sldChg chg="addSp delSp modSp mod">
        <pc:chgData name="Ed Cullen" userId="2445a1c52d39f861" providerId="LiveId" clId="{87843DEE-2663-4104-B96C-74C0D6002877}" dt="2025-09-04T12:30:23.894" v="1718" actId="2711"/>
        <pc:sldMkLst>
          <pc:docMk/>
          <pc:sldMk cId="2742290074" sldId="291"/>
        </pc:sldMkLst>
        <pc:spChg chg="mod">
          <ac:chgData name="Ed Cullen" userId="2445a1c52d39f861" providerId="LiveId" clId="{87843DEE-2663-4104-B96C-74C0D6002877}" dt="2025-09-04T12:30:23.894" v="1718" actId="2711"/>
          <ac:spMkLst>
            <pc:docMk/>
            <pc:sldMk cId="2742290074" sldId="291"/>
            <ac:spMk id="3" creationId="{AA9A8A2B-AB2F-E013-077D-27A6AE58F8BB}"/>
          </ac:spMkLst>
        </pc:spChg>
        <pc:spChg chg="add del mod">
          <ac:chgData name="Ed Cullen" userId="2445a1c52d39f861" providerId="LiveId" clId="{87843DEE-2663-4104-B96C-74C0D6002877}" dt="2025-09-04T07:58:18.834" v="823" actId="478"/>
          <ac:spMkLst>
            <pc:docMk/>
            <pc:sldMk cId="2742290074" sldId="291"/>
            <ac:spMk id="4" creationId="{9A3D5A4E-8A67-25C2-F160-0CC8F5DA7F7A}"/>
          </ac:spMkLst>
        </pc:spChg>
        <pc:spChg chg="del mod">
          <ac:chgData name="Ed Cullen" userId="2445a1c52d39f861" providerId="LiveId" clId="{87843DEE-2663-4104-B96C-74C0D6002877}" dt="2025-09-04T07:58:16.195" v="822" actId="478"/>
          <ac:spMkLst>
            <pc:docMk/>
            <pc:sldMk cId="2742290074" sldId="291"/>
            <ac:spMk id="5" creationId="{52047A95-7456-CAD8-AB9D-20A1504820B9}"/>
          </ac:spMkLst>
        </pc:spChg>
        <pc:spChg chg="add del mod">
          <ac:chgData name="Ed Cullen" userId="2445a1c52d39f861" providerId="LiveId" clId="{87843DEE-2663-4104-B96C-74C0D6002877}" dt="2025-09-04T12:27:42.691" v="1611" actId="478"/>
          <ac:spMkLst>
            <pc:docMk/>
            <pc:sldMk cId="2742290074" sldId="291"/>
            <ac:spMk id="6" creationId="{31B43A76-8BB6-6637-3B14-8F1AA99B8C46}"/>
          </ac:spMkLst>
        </pc:spChg>
        <pc:spChg chg="mod">
          <ac:chgData name="Ed Cullen" userId="2445a1c52d39f861" providerId="LiveId" clId="{87843DEE-2663-4104-B96C-74C0D6002877}" dt="2025-09-04T12:30:23.894" v="1718" actId="2711"/>
          <ac:spMkLst>
            <pc:docMk/>
            <pc:sldMk cId="2742290074" sldId="291"/>
            <ac:spMk id="18" creationId="{557199F5-EC2A-2A15-9D8D-8EBDA4D8F20D}"/>
          </ac:spMkLst>
        </pc:spChg>
        <pc:picChg chg="add mod">
          <ac:chgData name="Ed Cullen" userId="2445a1c52d39f861" providerId="LiveId" clId="{87843DEE-2663-4104-B96C-74C0D6002877}" dt="2025-09-03T15:05:55.327" v="11" actId="1076"/>
          <ac:picMkLst>
            <pc:docMk/>
            <pc:sldMk cId="2742290074" sldId="291"/>
            <ac:picMk id="22" creationId="{1462D9AC-0D79-1340-BD8F-E1B57A4DFB04}"/>
          </ac:picMkLst>
        </pc:picChg>
      </pc:sldChg>
      <pc:sldChg chg="modSp mod">
        <pc:chgData name="Ed Cullen" userId="2445a1c52d39f861" providerId="LiveId" clId="{87843DEE-2663-4104-B96C-74C0D6002877}" dt="2025-09-04T12:30:17.555" v="1717" actId="2711"/>
        <pc:sldMkLst>
          <pc:docMk/>
          <pc:sldMk cId="2292411628" sldId="292"/>
        </pc:sldMkLst>
        <pc:spChg chg="mod">
          <ac:chgData name="Ed Cullen" userId="2445a1c52d39f861" providerId="LiveId" clId="{87843DEE-2663-4104-B96C-74C0D6002877}" dt="2025-09-04T12:30:17.555" v="1717" actId="2711"/>
          <ac:spMkLst>
            <pc:docMk/>
            <pc:sldMk cId="2292411628" sldId="292"/>
            <ac:spMk id="3" creationId="{9CA1274E-F5C5-0CC8-238B-DE5CCC8895F8}"/>
          </ac:spMkLst>
        </pc:spChg>
        <pc:spChg chg="mod">
          <ac:chgData name="Ed Cullen" userId="2445a1c52d39f861" providerId="LiveId" clId="{87843DEE-2663-4104-B96C-74C0D6002877}" dt="2025-09-04T12:30:17.555" v="1717" actId="2711"/>
          <ac:spMkLst>
            <pc:docMk/>
            <pc:sldMk cId="2292411628" sldId="292"/>
            <ac:spMk id="18" creationId="{9C32BCDD-AF46-20CA-9E05-D9B7F4107230}"/>
          </ac:spMkLst>
        </pc:spChg>
      </pc:sldChg>
      <pc:sldChg chg="addSp modSp mod modAnim">
        <pc:chgData name="Ed Cullen" userId="2445a1c52d39f861" providerId="LiveId" clId="{87843DEE-2663-4104-B96C-74C0D6002877}" dt="2025-09-04T12:30:05.913" v="1715" actId="2711"/>
        <pc:sldMkLst>
          <pc:docMk/>
          <pc:sldMk cId="3331280916" sldId="293"/>
        </pc:sldMkLst>
        <pc:spChg chg="mod">
          <ac:chgData name="Ed Cullen" userId="2445a1c52d39f861" providerId="LiveId" clId="{87843DEE-2663-4104-B96C-74C0D6002877}" dt="2025-09-04T12:30:05.913" v="1715" actId="2711"/>
          <ac:spMkLst>
            <pc:docMk/>
            <pc:sldMk cId="3331280916" sldId="293"/>
            <ac:spMk id="2" creationId="{DE14D6F7-7BB2-D50E-8B85-DD914FD5363F}"/>
          </ac:spMkLst>
        </pc:spChg>
        <pc:spChg chg="mod">
          <ac:chgData name="Ed Cullen" userId="2445a1c52d39f861" providerId="LiveId" clId="{87843DEE-2663-4104-B96C-74C0D6002877}" dt="2025-09-04T12:30:05.913" v="1715" actId="2711"/>
          <ac:spMkLst>
            <pc:docMk/>
            <pc:sldMk cId="3331280916" sldId="293"/>
            <ac:spMk id="3" creationId="{D6F9186E-9F1F-8143-D1EF-57D533564672}"/>
          </ac:spMkLst>
        </pc:spChg>
        <pc:spChg chg="mod">
          <ac:chgData name="Ed Cullen" userId="2445a1c52d39f861" providerId="LiveId" clId="{87843DEE-2663-4104-B96C-74C0D6002877}" dt="2025-09-04T12:30:05.913" v="1715" actId="2711"/>
          <ac:spMkLst>
            <pc:docMk/>
            <pc:sldMk cId="3331280916" sldId="293"/>
            <ac:spMk id="4" creationId="{FB887FA5-B448-9D32-A131-797E401BA730}"/>
          </ac:spMkLst>
        </pc:spChg>
        <pc:spChg chg="mod">
          <ac:chgData name="Ed Cullen" userId="2445a1c52d39f861" providerId="LiveId" clId="{87843DEE-2663-4104-B96C-74C0D6002877}" dt="2025-09-04T12:30:05.913" v="1715" actId="2711"/>
          <ac:spMkLst>
            <pc:docMk/>
            <pc:sldMk cId="3331280916" sldId="293"/>
            <ac:spMk id="5" creationId="{AE5614FD-36A7-BBE4-206E-C3A8C6F6089C}"/>
          </ac:spMkLst>
        </pc:spChg>
        <pc:spChg chg="mod">
          <ac:chgData name="Ed Cullen" userId="2445a1c52d39f861" providerId="LiveId" clId="{87843DEE-2663-4104-B96C-74C0D6002877}" dt="2025-09-04T12:30:05.913" v="1715" actId="2711"/>
          <ac:spMkLst>
            <pc:docMk/>
            <pc:sldMk cId="3331280916" sldId="293"/>
            <ac:spMk id="17" creationId="{7E4C8CF1-75D7-E255-F8C8-F25475514A3B}"/>
          </ac:spMkLst>
        </pc:spChg>
        <pc:spChg chg="mod">
          <ac:chgData name="Ed Cullen" userId="2445a1c52d39f861" providerId="LiveId" clId="{87843DEE-2663-4104-B96C-74C0D6002877}" dt="2025-09-04T12:30:05.913" v="1715" actId="2711"/>
          <ac:spMkLst>
            <pc:docMk/>
            <pc:sldMk cId="3331280916" sldId="293"/>
            <ac:spMk id="19" creationId="{175C3E38-842F-E26D-43F7-ACB28DCB0C1A}"/>
          </ac:spMkLst>
        </pc:spChg>
        <pc:spChg chg="mod">
          <ac:chgData name="Ed Cullen" userId="2445a1c52d39f861" providerId="LiveId" clId="{87843DEE-2663-4104-B96C-74C0D6002877}" dt="2025-09-04T12:30:05.913" v="1715" actId="2711"/>
          <ac:spMkLst>
            <pc:docMk/>
            <pc:sldMk cId="3331280916" sldId="293"/>
            <ac:spMk id="20" creationId="{BEB67204-420A-3741-3880-647F49845CF3}"/>
          </ac:spMkLst>
        </pc:spChg>
        <pc:spChg chg="mod">
          <ac:chgData name="Ed Cullen" userId="2445a1c52d39f861" providerId="LiveId" clId="{87843DEE-2663-4104-B96C-74C0D6002877}" dt="2025-09-04T12:30:05.913" v="1715" actId="2711"/>
          <ac:spMkLst>
            <pc:docMk/>
            <pc:sldMk cId="3331280916" sldId="293"/>
            <ac:spMk id="22" creationId="{65976A1A-A8CA-EF13-9AB9-29709BB4C3E7}"/>
          </ac:spMkLst>
        </pc:spChg>
        <pc:spChg chg="mod">
          <ac:chgData name="Ed Cullen" userId="2445a1c52d39f861" providerId="LiveId" clId="{87843DEE-2663-4104-B96C-74C0D6002877}" dt="2025-09-04T12:30:05.913" v="1715" actId="2711"/>
          <ac:spMkLst>
            <pc:docMk/>
            <pc:sldMk cId="3331280916" sldId="293"/>
            <ac:spMk id="34" creationId="{7AE90E6D-B5FF-E94E-5B4C-2FBEAD2BEB5D}"/>
          </ac:spMkLst>
        </pc:spChg>
        <pc:picChg chg="add mod modCrop">
          <ac:chgData name="Ed Cullen" userId="2445a1c52d39f861" providerId="LiveId" clId="{87843DEE-2663-4104-B96C-74C0D6002877}" dt="2025-09-04T07:55:43.481" v="813" actId="1076"/>
          <ac:picMkLst>
            <pc:docMk/>
            <pc:sldMk cId="3331280916" sldId="293"/>
            <ac:picMk id="6" creationId="{D4577A19-9B0C-E159-029E-11BED6E981B1}"/>
          </ac:picMkLst>
        </pc:picChg>
        <pc:picChg chg="add mod modCrop">
          <ac:chgData name="Ed Cullen" userId="2445a1c52d39f861" providerId="LiveId" clId="{87843DEE-2663-4104-B96C-74C0D6002877}" dt="2025-09-04T07:54:48.468" v="797" actId="732"/>
          <ac:picMkLst>
            <pc:docMk/>
            <pc:sldMk cId="3331280916" sldId="293"/>
            <ac:picMk id="7" creationId="{6D5AF717-DD1B-0BCD-DD2F-05756381C467}"/>
          </ac:picMkLst>
        </pc:picChg>
        <pc:picChg chg="add mod modCrop">
          <ac:chgData name="Ed Cullen" userId="2445a1c52d39f861" providerId="LiveId" clId="{87843DEE-2663-4104-B96C-74C0D6002877}" dt="2025-09-04T07:55:45.872" v="814" actId="1076"/>
          <ac:picMkLst>
            <pc:docMk/>
            <pc:sldMk cId="3331280916" sldId="293"/>
            <ac:picMk id="9" creationId="{C34BD188-5CA8-09F6-6CFB-F73B7F8CD7ED}"/>
          </ac:picMkLst>
        </pc:picChg>
      </pc:sldChg>
      <pc:sldChg chg="modSp">
        <pc:chgData name="Ed Cullen" userId="2445a1c52d39f861" providerId="LiveId" clId="{87843DEE-2663-4104-B96C-74C0D6002877}" dt="2025-09-04T12:29:55.493" v="1713" actId="2711"/>
        <pc:sldMkLst>
          <pc:docMk/>
          <pc:sldMk cId="4157928502" sldId="294"/>
        </pc:sldMkLst>
        <pc:spChg chg="mod">
          <ac:chgData name="Ed Cullen" userId="2445a1c52d39f861" providerId="LiveId" clId="{87843DEE-2663-4104-B96C-74C0D6002877}" dt="2025-09-04T12:29:55.493" v="1713" actId="2711"/>
          <ac:spMkLst>
            <pc:docMk/>
            <pc:sldMk cId="4157928502" sldId="294"/>
            <ac:spMk id="32" creationId="{88A42CE7-98BC-8630-839A-F9B016DB037F}"/>
          </ac:spMkLst>
        </pc:spChg>
        <pc:spChg chg="mod">
          <ac:chgData name="Ed Cullen" userId="2445a1c52d39f861" providerId="LiveId" clId="{87843DEE-2663-4104-B96C-74C0D6002877}" dt="2025-09-04T12:29:55.493" v="1713" actId="2711"/>
          <ac:spMkLst>
            <pc:docMk/>
            <pc:sldMk cId="4157928502" sldId="294"/>
            <ac:spMk id="34" creationId="{23F31961-B86E-377C-9136-2EA5A6109485}"/>
          </ac:spMkLst>
        </pc:spChg>
        <pc:spChg chg="mod">
          <ac:chgData name="Ed Cullen" userId="2445a1c52d39f861" providerId="LiveId" clId="{87843DEE-2663-4104-B96C-74C0D6002877}" dt="2025-09-04T12:29:55.493" v="1713" actId="2711"/>
          <ac:spMkLst>
            <pc:docMk/>
            <pc:sldMk cId="4157928502" sldId="294"/>
            <ac:spMk id="35" creationId="{5940694E-B92C-9057-EC03-2590574C79BA}"/>
          </ac:spMkLst>
        </pc:spChg>
        <pc:spChg chg="mod">
          <ac:chgData name="Ed Cullen" userId="2445a1c52d39f861" providerId="LiveId" clId="{87843DEE-2663-4104-B96C-74C0D6002877}" dt="2025-09-04T12:29:55.493" v="1713" actId="2711"/>
          <ac:spMkLst>
            <pc:docMk/>
            <pc:sldMk cId="4157928502" sldId="294"/>
            <ac:spMk id="37" creationId="{B0CA5411-87F0-8B54-115F-B2F2AF0FCE35}"/>
          </ac:spMkLst>
        </pc:spChg>
        <pc:spChg chg="mod">
          <ac:chgData name="Ed Cullen" userId="2445a1c52d39f861" providerId="LiveId" clId="{87843DEE-2663-4104-B96C-74C0D6002877}" dt="2025-09-04T12:29:55.493" v="1713" actId="2711"/>
          <ac:spMkLst>
            <pc:docMk/>
            <pc:sldMk cId="4157928502" sldId="294"/>
            <ac:spMk id="38" creationId="{6D8291F4-FD2B-1E60-DB7C-DB870D0CA0CC}"/>
          </ac:spMkLst>
        </pc:spChg>
        <pc:spChg chg="mod">
          <ac:chgData name="Ed Cullen" userId="2445a1c52d39f861" providerId="LiveId" clId="{87843DEE-2663-4104-B96C-74C0D6002877}" dt="2025-09-04T12:29:55.493" v="1713" actId="2711"/>
          <ac:spMkLst>
            <pc:docMk/>
            <pc:sldMk cId="4157928502" sldId="294"/>
            <ac:spMk id="40" creationId="{8E69AEBD-C532-5F5A-B7D6-09ABC2E83D70}"/>
          </ac:spMkLst>
        </pc:spChg>
        <pc:spChg chg="mod">
          <ac:chgData name="Ed Cullen" userId="2445a1c52d39f861" providerId="LiveId" clId="{87843DEE-2663-4104-B96C-74C0D6002877}" dt="2025-09-04T12:29:55.493" v="1713" actId="2711"/>
          <ac:spMkLst>
            <pc:docMk/>
            <pc:sldMk cId="4157928502" sldId="294"/>
            <ac:spMk id="41" creationId="{3DEC3B4C-9F3C-AA51-8E29-B057833C7D91}"/>
          </ac:spMkLst>
        </pc:spChg>
        <pc:picChg chg="mod">
          <ac:chgData name="Ed Cullen" userId="2445a1c52d39f861" providerId="LiveId" clId="{87843DEE-2663-4104-B96C-74C0D6002877}" dt="2025-09-04T12:29:55.493" v="1713" actId="2711"/>
          <ac:picMkLst>
            <pc:docMk/>
            <pc:sldMk cId="4157928502" sldId="294"/>
            <ac:picMk id="33" creationId="{0069ABF4-BD36-976A-D32C-C62366F9712E}"/>
          </ac:picMkLst>
        </pc:picChg>
        <pc:picChg chg="mod">
          <ac:chgData name="Ed Cullen" userId="2445a1c52d39f861" providerId="LiveId" clId="{87843DEE-2663-4104-B96C-74C0D6002877}" dt="2025-09-04T12:29:55.493" v="1713" actId="2711"/>
          <ac:picMkLst>
            <pc:docMk/>
            <pc:sldMk cId="4157928502" sldId="294"/>
            <ac:picMk id="36" creationId="{EA7A7999-0EBE-BDDB-046F-CD86CADF8D35}"/>
          </ac:picMkLst>
        </pc:picChg>
        <pc:picChg chg="mod">
          <ac:chgData name="Ed Cullen" userId="2445a1c52d39f861" providerId="LiveId" clId="{87843DEE-2663-4104-B96C-74C0D6002877}" dt="2025-09-04T12:29:55.493" v="1713" actId="2711"/>
          <ac:picMkLst>
            <pc:docMk/>
            <pc:sldMk cId="4157928502" sldId="294"/>
            <ac:picMk id="39" creationId="{AC09A615-B75A-DEA3-632E-9429B9E5E30E}"/>
          </ac:picMkLst>
        </pc:picChg>
      </pc:sldChg>
      <pc:sldChg chg="addSp delSp modSp mod">
        <pc:chgData name="Ed Cullen" userId="2445a1c52d39f861" providerId="LiveId" clId="{87843DEE-2663-4104-B96C-74C0D6002877}" dt="2025-09-04T12:29:59.596" v="1714" actId="2711"/>
        <pc:sldMkLst>
          <pc:docMk/>
          <pc:sldMk cId="1800220090" sldId="295"/>
        </pc:sldMkLst>
        <pc:spChg chg="mod">
          <ac:chgData name="Ed Cullen" userId="2445a1c52d39f861" providerId="LiveId" clId="{87843DEE-2663-4104-B96C-74C0D6002877}" dt="2025-09-04T12:29:59.596" v="1714" actId="2711"/>
          <ac:spMkLst>
            <pc:docMk/>
            <pc:sldMk cId="1800220090" sldId="295"/>
            <ac:spMk id="19" creationId="{B4853D74-6B2C-EAE0-2528-97A4343D49A5}"/>
          </ac:spMkLst>
        </pc:spChg>
        <pc:spChg chg="mod">
          <ac:chgData name="Ed Cullen" userId="2445a1c52d39f861" providerId="LiveId" clId="{87843DEE-2663-4104-B96C-74C0D6002877}" dt="2025-09-04T12:29:59.596" v="1714" actId="2711"/>
          <ac:spMkLst>
            <pc:docMk/>
            <pc:sldMk cId="1800220090" sldId="295"/>
            <ac:spMk id="20" creationId="{1326EDEE-8C79-5C58-BFF5-B06E414CA748}"/>
          </ac:spMkLst>
        </pc:spChg>
        <pc:spChg chg="mod">
          <ac:chgData name="Ed Cullen" userId="2445a1c52d39f861" providerId="LiveId" clId="{87843DEE-2663-4104-B96C-74C0D6002877}" dt="2025-09-04T12:29:59.596" v="1714" actId="2711"/>
          <ac:spMkLst>
            <pc:docMk/>
            <pc:sldMk cId="1800220090" sldId="295"/>
            <ac:spMk id="21" creationId="{CE581FB3-4482-2437-CFC5-3352B493C364}"/>
          </ac:spMkLst>
        </pc:spChg>
        <pc:spChg chg="mod">
          <ac:chgData name="Ed Cullen" userId="2445a1c52d39f861" providerId="LiveId" clId="{87843DEE-2663-4104-B96C-74C0D6002877}" dt="2025-09-04T12:29:59.596" v="1714" actId="2711"/>
          <ac:spMkLst>
            <pc:docMk/>
            <pc:sldMk cId="1800220090" sldId="295"/>
            <ac:spMk id="23" creationId="{4C28AAEE-F19F-CED7-F481-4E11137FA0AF}"/>
          </ac:spMkLst>
        </pc:spChg>
        <pc:picChg chg="del">
          <ac:chgData name="Ed Cullen" userId="2445a1c52d39f861" providerId="LiveId" clId="{87843DEE-2663-4104-B96C-74C0D6002877}" dt="2025-09-03T15:25:04.588" v="36" actId="478"/>
          <ac:picMkLst>
            <pc:docMk/>
            <pc:sldMk cId="1800220090" sldId="295"/>
            <ac:picMk id="22" creationId="{68522B93-0362-C6E6-B9CE-6C4274A5BF8D}"/>
          </ac:picMkLst>
        </pc:picChg>
        <pc:picChg chg="add mod">
          <ac:chgData name="Ed Cullen" userId="2445a1c52d39f861" providerId="LiveId" clId="{87843DEE-2663-4104-B96C-74C0D6002877}" dt="2025-09-03T15:26:59.332" v="83" actId="1076"/>
          <ac:picMkLst>
            <pc:docMk/>
            <pc:sldMk cId="1800220090" sldId="295"/>
            <ac:picMk id="25" creationId="{C7F8DD4A-7760-54CA-8B37-A4BD8AD46A19}"/>
          </ac:picMkLst>
        </pc:picChg>
        <pc:picChg chg="add mod">
          <ac:chgData name="Ed Cullen" userId="2445a1c52d39f861" providerId="LiveId" clId="{87843DEE-2663-4104-B96C-74C0D6002877}" dt="2025-09-04T09:19:29.633" v="928" actId="1038"/>
          <ac:picMkLst>
            <pc:docMk/>
            <pc:sldMk cId="1800220090" sldId="295"/>
            <ac:picMk id="27" creationId="{66AA1F1A-552A-BEAB-9B91-2DFCFF948184}"/>
          </ac:picMkLst>
        </pc:picChg>
        <pc:picChg chg="add mod">
          <ac:chgData name="Ed Cullen" userId="2445a1c52d39f861" providerId="LiveId" clId="{87843DEE-2663-4104-B96C-74C0D6002877}" dt="2025-09-04T09:19:29.633" v="928" actId="1038"/>
          <ac:picMkLst>
            <pc:docMk/>
            <pc:sldMk cId="1800220090" sldId="295"/>
            <ac:picMk id="29" creationId="{2E354DC2-8AC0-BB90-8D21-C1C76F532DDC}"/>
          </ac:picMkLst>
        </pc:picChg>
        <pc:picChg chg="add mod modCrop">
          <ac:chgData name="Ed Cullen" userId="2445a1c52d39f861" providerId="LiveId" clId="{87843DEE-2663-4104-B96C-74C0D6002877}" dt="2025-09-03T15:26:59.332" v="83" actId="1076"/>
          <ac:picMkLst>
            <pc:docMk/>
            <pc:sldMk cId="1800220090" sldId="295"/>
            <ac:picMk id="31" creationId="{19C92BE1-AD9D-4DF1-5ED5-733D96222D30}"/>
          </ac:picMkLst>
        </pc:picChg>
        <pc:picChg chg="add mod">
          <ac:chgData name="Ed Cullen" userId="2445a1c52d39f861" providerId="LiveId" clId="{87843DEE-2663-4104-B96C-74C0D6002877}" dt="2025-09-03T15:26:59.332" v="83" actId="1076"/>
          <ac:picMkLst>
            <pc:docMk/>
            <pc:sldMk cId="1800220090" sldId="295"/>
            <ac:picMk id="33" creationId="{593DC4B1-CC00-C340-CEEF-6690CCBE71FB}"/>
          </ac:picMkLst>
        </pc:picChg>
      </pc:sldChg>
      <pc:sldChg chg="addSp delSp modSp mod modAnim">
        <pc:chgData name="Ed Cullen" userId="2445a1c52d39f861" providerId="LiveId" clId="{87843DEE-2663-4104-B96C-74C0D6002877}" dt="2025-09-04T12:30:12.303" v="1716" actId="2711"/>
        <pc:sldMkLst>
          <pc:docMk/>
          <pc:sldMk cId="1468881768" sldId="296"/>
        </pc:sldMkLst>
        <pc:spChg chg="mod">
          <ac:chgData name="Ed Cullen" userId="2445a1c52d39f861" providerId="LiveId" clId="{87843DEE-2663-4104-B96C-74C0D6002877}" dt="2025-09-04T12:30:12.303" v="1716" actId="2711"/>
          <ac:spMkLst>
            <pc:docMk/>
            <pc:sldMk cId="1468881768" sldId="296"/>
            <ac:spMk id="2" creationId="{AB499962-041A-7C08-9616-20A7C16B7159}"/>
          </ac:spMkLst>
        </pc:spChg>
        <pc:spChg chg="mod">
          <ac:chgData name="Ed Cullen" userId="2445a1c52d39f861" providerId="LiveId" clId="{87843DEE-2663-4104-B96C-74C0D6002877}" dt="2025-09-04T12:30:12.303" v="1716" actId="2711"/>
          <ac:spMkLst>
            <pc:docMk/>
            <pc:sldMk cId="1468881768" sldId="296"/>
            <ac:spMk id="3" creationId="{13D70876-E9A6-CED1-1AA4-1DE4C9559F81}"/>
          </ac:spMkLst>
        </pc:spChg>
        <pc:spChg chg="mod">
          <ac:chgData name="Ed Cullen" userId="2445a1c52d39f861" providerId="LiveId" clId="{87843DEE-2663-4104-B96C-74C0D6002877}" dt="2025-09-04T12:30:12.303" v="1716" actId="2711"/>
          <ac:spMkLst>
            <pc:docMk/>
            <pc:sldMk cId="1468881768" sldId="296"/>
            <ac:spMk id="4" creationId="{0AAD0717-2004-3800-A66E-9311A7304294}"/>
          </ac:spMkLst>
        </pc:spChg>
        <pc:spChg chg="mod">
          <ac:chgData name="Ed Cullen" userId="2445a1c52d39f861" providerId="LiveId" clId="{87843DEE-2663-4104-B96C-74C0D6002877}" dt="2025-09-04T12:30:12.303" v="1716" actId="2711"/>
          <ac:spMkLst>
            <pc:docMk/>
            <pc:sldMk cId="1468881768" sldId="296"/>
            <ac:spMk id="5" creationId="{93189725-889D-5B4D-12D5-DF4ED5C4BDDD}"/>
          </ac:spMkLst>
        </pc:spChg>
        <pc:spChg chg="mod">
          <ac:chgData name="Ed Cullen" userId="2445a1c52d39f861" providerId="LiveId" clId="{87843DEE-2663-4104-B96C-74C0D6002877}" dt="2025-09-04T12:30:12.303" v="1716" actId="2711"/>
          <ac:spMkLst>
            <pc:docMk/>
            <pc:sldMk cId="1468881768" sldId="296"/>
            <ac:spMk id="17" creationId="{5E99BE09-A1F5-A463-3F64-B7AE0321115D}"/>
          </ac:spMkLst>
        </pc:spChg>
        <pc:spChg chg="mod">
          <ac:chgData name="Ed Cullen" userId="2445a1c52d39f861" providerId="LiveId" clId="{87843DEE-2663-4104-B96C-74C0D6002877}" dt="2025-09-04T12:30:12.303" v="1716" actId="2711"/>
          <ac:spMkLst>
            <pc:docMk/>
            <pc:sldMk cId="1468881768" sldId="296"/>
            <ac:spMk id="19" creationId="{D065833A-03A7-6743-CEE4-BB59E7BF0F8B}"/>
          </ac:spMkLst>
        </pc:spChg>
        <pc:spChg chg="mod">
          <ac:chgData name="Ed Cullen" userId="2445a1c52d39f861" providerId="LiveId" clId="{87843DEE-2663-4104-B96C-74C0D6002877}" dt="2025-09-04T12:30:12.303" v="1716" actId="2711"/>
          <ac:spMkLst>
            <pc:docMk/>
            <pc:sldMk cId="1468881768" sldId="296"/>
            <ac:spMk id="20" creationId="{2492CE70-5EC2-257A-C86B-3FEDC39BC16C}"/>
          </ac:spMkLst>
        </pc:spChg>
        <pc:spChg chg="mod">
          <ac:chgData name="Ed Cullen" userId="2445a1c52d39f861" providerId="LiveId" clId="{87843DEE-2663-4104-B96C-74C0D6002877}" dt="2025-09-04T12:30:12.303" v="1716" actId="2711"/>
          <ac:spMkLst>
            <pc:docMk/>
            <pc:sldMk cId="1468881768" sldId="296"/>
            <ac:spMk id="22" creationId="{463A0015-76DC-2537-F969-07E5386495A8}"/>
          </ac:spMkLst>
        </pc:spChg>
        <pc:spChg chg="mod">
          <ac:chgData name="Ed Cullen" userId="2445a1c52d39f861" providerId="LiveId" clId="{87843DEE-2663-4104-B96C-74C0D6002877}" dt="2025-09-04T12:30:12.303" v="1716" actId="2711"/>
          <ac:spMkLst>
            <pc:docMk/>
            <pc:sldMk cId="1468881768" sldId="296"/>
            <ac:spMk id="34" creationId="{53022E90-0D33-F3DB-AD3D-6BCC99E8ECD3}"/>
          </ac:spMkLst>
        </pc:spChg>
        <pc:picChg chg="add mod">
          <ac:chgData name="Ed Cullen" userId="2445a1c52d39f861" providerId="LiveId" clId="{87843DEE-2663-4104-B96C-74C0D6002877}" dt="2025-09-03T15:16:40.137" v="16" actId="1076"/>
          <ac:picMkLst>
            <pc:docMk/>
            <pc:sldMk cId="1468881768" sldId="296"/>
            <ac:picMk id="7" creationId="{A05A472C-67BB-0F51-A1D8-7D4965C66CF1}"/>
          </ac:picMkLst>
        </pc:picChg>
        <pc:picChg chg="add mod">
          <ac:chgData name="Ed Cullen" userId="2445a1c52d39f861" providerId="LiveId" clId="{87843DEE-2663-4104-B96C-74C0D6002877}" dt="2025-09-04T07:57:29.583" v="819" actId="1076"/>
          <ac:picMkLst>
            <pc:docMk/>
            <pc:sldMk cId="1468881768" sldId="296"/>
            <ac:picMk id="8" creationId="{D75A5AA5-3326-1A71-4954-52EC24BD16F1}"/>
          </ac:picMkLst>
        </pc:picChg>
        <pc:picChg chg="add del mod">
          <ac:chgData name="Ed Cullen" userId="2445a1c52d39f861" providerId="LiveId" clId="{87843DEE-2663-4104-B96C-74C0D6002877}" dt="2025-09-04T07:54:21.861" v="792" actId="21"/>
          <ac:picMkLst>
            <pc:docMk/>
            <pc:sldMk cId="1468881768" sldId="296"/>
            <ac:picMk id="9" creationId="{D4577A19-9B0C-E159-029E-11BED6E981B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EAD39E-FC76-46AA-A2A1-4962A9294D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A575021D-FFF8-421E-A8C9-E603612200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0A035A3-0446-411E-BC69-43E038EE290C}" type="datetime1">
              <a:rPr lang="en-GB" smtClean="0"/>
              <a:t>04/09/2025</a:t>
            </a:fld>
            <a:endParaRPr lang="en-GB"/>
          </a:p>
        </p:txBody>
      </p:sp>
      <p:sp>
        <p:nvSpPr>
          <p:cNvPr id="4" name="Footer Placeholder 3">
            <a:extLst>
              <a:ext uri="{FF2B5EF4-FFF2-40B4-BE49-F238E27FC236}">
                <a16:creationId xmlns:a16="http://schemas.microsoft.com/office/drawing/2014/main" id="{290265E3-F11B-4209-B41D-ECCCADC39B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57881A2D-E527-44C8-8FED-89B973DDA7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F2546D6-91CC-4270-8195-6FD5606151D5}" type="slidenum">
              <a:rPr lang="en-GB" smtClean="0"/>
              <a:t>‹#›</a:t>
            </a:fld>
            <a:endParaRPr lang="en-GB"/>
          </a:p>
        </p:txBody>
      </p:sp>
    </p:spTree>
    <p:extLst>
      <p:ext uri="{BB962C8B-B14F-4D97-AF65-F5344CB8AC3E}">
        <p14:creationId xmlns:p14="http://schemas.microsoft.com/office/powerpoint/2010/main" val="33940289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BCA7611-4307-4232-8619-82F4F3835923}" type="datetime1">
              <a:rPr lang="en-GB" noProof="0" smtClean="0"/>
              <a:t>04/09/2025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2342959-9D20-41A5-AA68-F0F6AD93C715}" type="slidenum">
              <a:rPr lang="en-GB" noProof="0" smtClean="0"/>
              <a:t>‹#›</a:t>
            </a:fld>
            <a:endParaRPr lang="en-GB" noProof="0"/>
          </a:p>
        </p:txBody>
      </p:sp>
    </p:spTree>
    <p:extLst>
      <p:ext uri="{BB962C8B-B14F-4D97-AF65-F5344CB8AC3E}">
        <p14:creationId xmlns:p14="http://schemas.microsoft.com/office/powerpoint/2010/main" val="3818039676"/>
      </p:ext>
    </p:extLst>
  </p:cSld>
  <p:clrMap bg1="lt1" tx1="dk1" bg2="lt2" tx2="dk2" accent1="accent1" accent2="accent2" accent3="accent3" accent4="accent4" accent5="accent5" accent6="accent6" hlink="hlink" folHlink="folHlink"/>
  <p:hf hdr="0" ftr="0" dt="0"/>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D46A-51A6-7641-EA30-E4904371A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689CC-836C-AFA2-693E-8D3679BC4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32E6B-3527-9815-417C-4DC629A33681}"/>
              </a:ext>
            </a:extLst>
          </p:cNvPr>
          <p:cNvSpPr>
            <a:spLocks noGrp="1"/>
          </p:cNvSpPr>
          <p:nvPr>
            <p:ph type="body" idx="1"/>
          </p:nvPr>
        </p:nvSpPr>
        <p:spPr/>
        <p:txBody>
          <a:bodyPr rtlCol="0"/>
          <a:lstStyle/>
          <a:p>
            <a:pPr rtl="0"/>
            <a:endParaRPr lang="en-US"/>
          </a:p>
        </p:txBody>
      </p:sp>
      <p:sp>
        <p:nvSpPr>
          <p:cNvPr id="4" name="Slide Number Placeholder 3">
            <a:extLst>
              <a:ext uri="{FF2B5EF4-FFF2-40B4-BE49-F238E27FC236}">
                <a16:creationId xmlns:a16="http://schemas.microsoft.com/office/drawing/2014/main" id="{3D904705-C39B-9658-5A9D-226BD68E5918}"/>
              </a:ext>
            </a:extLst>
          </p:cNvPr>
          <p:cNvSpPr>
            <a:spLocks noGrp="1"/>
          </p:cNvSpPr>
          <p:nvPr>
            <p:ph type="sldNum" sz="quarter" idx="5"/>
          </p:nvPr>
        </p:nvSpPr>
        <p:spPr/>
        <p:txBody>
          <a:bodyPr rtlCol="0"/>
          <a:lstStyle/>
          <a:p>
            <a:pPr rtl="0"/>
            <a:fld id="{C2342959-9D20-41A5-AA68-F0F6AD93C715}" type="slidenum">
              <a:rPr lang="en-US" smtClean="0"/>
              <a:t>3</a:t>
            </a:fld>
            <a:endParaRPr lang="en-US"/>
          </a:p>
        </p:txBody>
      </p:sp>
    </p:spTree>
    <p:extLst>
      <p:ext uri="{BB962C8B-B14F-4D97-AF65-F5344CB8AC3E}">
        <p14:creationId xmlns:p14="http://schemas.microsoft.com/office/powerpoint/2010/main" val="425049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0669-A680-53D5-F16F-5C33D36A4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3C388-0933-BA40-2ED8-08536C265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83E22-53C9-395E-9F51-E5851B94AF8D}"/>
              </a:ext>
            </a:extLst>
          </p:cNvPr>
          <p:cNvSpPr>
            <a:spLocks noGrp="1"/>
          </p:cNvSpPr>
          <p:nvPr>
            <p:ph type="body" idx="1"/>
          </p:nvPr>
        </p:nvSpPr>
        <p:spPr/>
        <p:txBody>
          <a:bodyPr rtlCol="0"/>
          <a:lstStyle/>
          <a:p>
            <a:pPr rtl="0"/>
            <a:endParaRPr lang="en-US"/>
          </a:p>
        </p:txBody>
      </p:sp>
      <p:sp>
        <p:nvSpPr>
          <p:cNvPr id="4" name="Slide Number Placeholder 3">
            <a:extLst>
              <a:ext uri="{FF2B5EF4-FFF2-40B4-BE49-F238E27FC236}">
                <a16:creationId xmlns:a16="http://schemas.microsoft.com/office/drawing/2014/main" id="{51C18EC4-7E6A-3775-2CEE-DA4CCFB2DE37}"/>
              </a:ext>
            </a:extLst>
          </p:cNvPr>
          <p:cNvSpPr>
            <a:spLocks noGrp="1"/>
          </p:cNvSpPr>
          <p:nvPr>
            <p:ph type="sldNum" sz="quarter" idx="5"/>
          </p:nvPr>
        </p:nvSpPr>
        <p:spPr/>
        <p:txBody>
          <a:bodyPr rtlCol="0"/>
          <a:lstStyle/>
          <a:p>
            <a:pPr rtl="0"/>
            <a:fld id="{C2342959-9D20-41A5-AA68-F0F6AD93C715}" type="slidenum">
              <a:rPr lang="en-US" smtClean="0"/>
              <a:t>4</a:t>
            </a:fld>
            <a:endParaRPr lang="en-US"/>
          </a:p>
        </p:txBody>
      </p:sp>
    </p:spTree>
    <p:extLst>
      <p:ext uri="{BB962C8B-B14F-4D97-AF65-F5344CB8AC3E}">
        <p14:creationId xmlns:p14="http://schemas.microsoft.com/office/powerpoint/2010/main" val="2128894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ngle Timeline">
    <p:spTree>
      <p:nvGrpSpPr>
        <p:cNvPr id="1" name=""/>
        <p:cNvGrpSpPr/>
        <p:nvPr/>
      </p:nvGrpSpPr>
      <p:grpSpPr>
        <a:xfrm>
          <a:off x="0" y="0"/>
          <a:ext cx="0" cy="0"/>
          <a:chOff x="0" y="0"/>
          <a:chExt cx="0" cy="0"/>
        </a:xfrm>
      </p:grpSpPr>
      <p:sp>
        <p:nvSpPr>
          <p:cNvPr id="18" name="Text Placeholder 48">
            <a:extLst>
              <a:ext uri="{FF2B5EF4-FFF2-40B4-BE49-F238E27FC236}">
                <a16:creationId xmlns:a16="http://schemas.microsoft.com/office/drawing/2014/main" id="{D127D48E-3E09-48C7-AB33-FBD643EFA52E}"/>
              </a:ext>
            </a:extLst>
          </p:cNvPr>
          <p:cNvSpPr>
            <a:spLocks noGrp="1"/>
          </p:cNvSpPr>
          <p:nvPr>
            <p:ph type="body" sz="quarter" idx="10" hasCustomPrompt="1"/>
          </p:nvPr>
        </p:nvSpPr>
        <p:spPr>
          <a:xfrm>
            <a:off x="2188697" y="5781261"/>
            <a:ext cx="2155675" cy="362623"/>
          </a:xfrm>
        </p:spPr>
        <p:txBody>
          <a:bodyPr rtlCol="0">
            <a:noAutofit/>
          </a:bodyPr>
          <a:lstStyle>
            <a:lvl1pPr marL="0" indent="0">
              <a:buNone/>
              <a:defRPr sz="240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19" name="Text Placeholder 50">
            <a:extLst>
              <a:ext uri="{FF2B5EF4-FFF2-40B4-BE49-F238E27FC236}">
                <a16:creationId xmlns:a16="http://schemas.microsoft.com/office/drawing/2014/main" id="{A1B91BF4-B790-4F67-98EB-FE905527BFF8}"/>
              </a:ext>
            </a:extLst>
          </p:cNvPr>
          <p:cNvSpPr>
            <a:spLocks noGrp="1"/>
          </p:cNvSpPr>
          <p:nvPr>
            <p:ph type="body" sz="quarter" idx="11"/>
          </p:nvPr>
        </p:nvSpPr>
        <p:spPr>
          <a:xfrm>
            <a:off x="2188698" y="6253155"/>
            <a:ext cx="2176280" cy="847726"/>
          </a:xfrm>
        </p:spPr>
        <p:txBody>
          <a:bodyPr rtlCol="0">
            <a:noAutofit/>
          </a:bodyPr>
          <a:lstStyle>
            <a:lvl1pPr marL="0" indent="0">
              <a:lnSpc>
                <a:spcPct val="100000"/>
              </a:lnSpc>
              <a:buNone/>
              <a:defRPr sz="144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20" name="Text Placeholder 48">
            <a:extLst>
              <a:ext uri="{FF2B5EF4-FFF2-40B4-BE49-F238E27FC236}">
                <a16:creationId xmlns:a16="http://schemas.microsoft.com/office/drawing/2014/main" id="{CCA5F33F-1634-427F-92BF-99A5ED52A4BA}"/>
              </a:ext>
            </a:extLst>
          </p:cNvPr>
          <p:cNvSpPr>
            <a:spLocks noGrp="1"/>
          </p:cNvSpPr>
          <p:nvPr>
            <p:ph type="body" sz="quarter" idx="12" hasCustomPrompt="1"/>
          </p:nvPr>
        </p:nvSpPr>
        <p:spPr>
          <a:xfrm>
            <a:off x="4960891" y="5781261"/>
            <a:ext cx="2155675" cy="362623"/>
          </a:xfrm>
        </p:spPr>
        <p:txBody>
          <a:bodyPr rtlCol="0">
            <a:noAutofit/>
          </a:bodyPr>
          <a:lstStyle>
            <a:lvl1pPr marL="0" indent="0">
              <a:buNone/>
              <a:defRPr sz="240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21" name="Text Placeholder 50">
            <a:extLst>
              <a:ext uri="{FF2B5EF4-FFF2-40B4-BE49-F238E27FC236}">
                <a16:creationId xmlns:a16="http://schemas.microsoft.com/office/drawing/2014/main" id="{084F28D2-C99C-44DC-95CF-A18847F3B61F}"/>
              </a:ext>
            </a:extLst>
          </p:cNvPr>
          <p:cNvSpPr>
            <a:spLocks noGrp="1"/>
          </p:cNvSpPr>
          <p:nvPr>
            <p:ph type="body" sz="quarter" idx="13"/>
          </p:nvPr>
        </p:nvSpPr>
        <p:spPr>
          <a:xfrm>
            <a:off x="4960892" y="6253155"/>
            <a:ext cx="2176280" cy="847726"/>
          </a:xfrm>
        </p:spPr>
        <p:txBody>
          <a:bodyPr rtlCol="0">
            <a:noAutofit/>
          </a:bodyPr>
          <a:lstStyle>
            <a:lvl1pPr marL="0" indent="0">
              <a:lnSpc>
                <a:spcPct val="100000"/>
              </a:lnSpc>
              <a:buNone/>
              <a:defRPr sz="144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22" name="Text Placeholder 48">
            <a:extLst>
              <a:ext uri="{FF2B5EF4-FFF2-40B4-BE49-F238E27FC236}">
                <a16:creationId xmlns:a16="http://schemas.microsoft.com/office/drawing/2014/main" id="{2402522A-E098-4FB5-B454-D6FC98D90CFE}"/>
              </a:ext>
            </a:extLst>
          </p:cNvPr>
          <p:cNvSpPr>
            <a:spLocks noGrp="1"/>
          </p:cNvSpPr>
          <p:nvPr>
            <p:ph type="body" sz="quarter" idx="14" hasCustomPrompt="1"/>
          </p:nvPr>
        </p:nvSpPr>
        <p:spPr>
          <a:xfrm>
            <a:off x="7733086" y="5781261"/>
            <a:ext cx="2155675" cy="362623"/>
          </a:xfrm>
        </p:spPr>
        <p:txBody>
          <a:bodyPr rtlCol="0">
            <a:noAutofit/>
          </a:bodyPr>
          <a:lstStyle>
            <a:lvl1pPr marL="0" indent="0">
              <a:buNone/>
              <a:defRPr sz="240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23" name="Text Placeholder 50">
            <a:extLst>
              <a:ext uri="{FF2B5EF4-FFF2-40B4-BE49-F238E27FC236}">
                <a16:creationId xmlns:a16="http://schemas.microsoft.com/office/drawing/2014/main" id="{18CF51EA-CDE2-4AA1-83CB-9DC6E212C336}"/>
              </a:ext>
            </a:extLst>
          </p:cNvPr>
          <p:cNvSpPr>
            <a:spLocks noGrp="1"/>
          </p:cNvSpPr>
          <p:nvPr>
            <p:ph type="body" sz="quarter" idx="15"/>
          </p:nvPr>
        </p:nvSpPr>
        <p:spPr>
          <a:xfrm>
            <a:off x="7733086" y="6253155"/>
            <a:ext cx="2176280" cy="847726"/>
          </a:xfrm>
        </p:spPr>
        <p:txBody>
          <a:bodyPr rtlCol="0">
            <a:noAutofit/>
          </a:bodyPr>
          <a:lstStyle>
            <a:lvl1pPr marL="0" indent="0">
              <a:lnSpc>
                <a:spcPct val="100000"/>
              </a:lnSpc>
              <a:buNone/>
              <a:defRPr sz="144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24" name="Text Placeholder 48">
            <a:extLst>
              <a:ext uri="{FF2B5EF4-FFF2-40B4-BE49-F238E27FC236}">
                <a16:creationId xmlns:a16="http://schemas.microsoft.com/office/drawing/2014/main" id="{FE2BFCE7-D8D1-42B7-97F2-78B1D2CB5F8F}"/>
              </a:ext>
            </a:extLst>
          </p:cNvPr>
          <p:cNvSpPr>
            <a:spLocks noGrp="1"/>
          </p:cNvSpPr>
          <p:nvPr>
            <p:ph type="body" sz="quarter" idx="16" hasCustomPrompt="1"/>
          </p:nvPr>
        </p:nvSpPr>
        <p:spPr>
          <a:xfrm>
            <a:off x="10505280" y="5781261"/>
            <a:ext cx="2155675" cy="362623"/>
          </a:xfrm>
        </p:spPr>
        <p:txBody>
          <a:bodyPr rtlCol="0">
            <a:noAutofit/>
          </a:bodyPr>
          <a:lstStyle>
            <a:lvl1pPr marL="0" indent="0">
              <a:buNone/>
              <a:defRPr sz="240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25" name="Text Placeholder 50">
            <a:extLst>
              <a:ext uri="{FF2B5EF4-FFF2-40B4-BE49-F238E27FC236}">
                <a16:creationId xmlns:a16="http://schemas.microsoft.com/office/drawing/2014/main" id="{0C4E8DE7-5691-4470-BC2C-F9F6532248C2}"/>
              </a:ext>
            </a:extLst>
          </p:cNvPr>
          <p:cNvSpPr>
            <a:spLocks noGrp="1"/>
          </p:cNvSpPr>
          <p:nvPr>
            <p:ph type="body" sz="quarter" idx="17"/>
          </p:nvPr>
        </p:nvSpPr>
        <p:spPr>
          <a:xfrm>
            <a:off x="10505281" y="6253155"/>
            <a:ext cx="2176280" cy="847726"/>
          </a:xfrm>
        </p:spPr>
        <p:txBody>
          <a:bodyPr rtlCol="0">
            <a:noAutofit/>
          </a:bodyPr>
          <a:lstStyle>
            <a:lvl1pPr marL="0" indent="0">
              <a:lnSpc>
                <a:spcPct val="100000"/>
              </a:lnSpc>
              <a:buNone/>
              <a:defRPr sz="144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4" name="Title 3">
            <a:extLst>
              <a:ext uri="{FF2B5EF4-FFF2-40B4-BE49-F238E27FC236}">
                <a16:creationId xmlns:a16="http://schemas.microsoft.com/office/drawing/2014/main" id="{AFBC6ED5-DBEC-4BA5-9BFE-9A5E0ED8D8CA}"/>
              </a:ext>
            </a:extLst>
          </p:cNvPr>
          <p:cNvSpPr>
            <a:spLocks noGrp="1"/>
          </p:cNvSpPr>
          <p:nvPr>
            <p:ph type="title"/>
          </p:nvPr>
        </p:nvSpPr>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2352674832"/>
      </p:ext>
    </p:extLst>
  </p:cSld>
  <p:clrMapOvr>
    <a:masterClrMapping/>
  </p:clrMapOvr>
  <p:extLst>
    <p:ext uri="{DCECCB84-F9BA-43D5-87BE-67443E8EF086}">
      <p15:sldGuideLst xmlns:p15="http://schemas.microsoft.com/office/powerpoint/2012/main">
        <p15:guide id="1" pos="2304" userDrawn="1">
          <p15:clr>
            <a:srgbClr val="FBAE40"/>
          </p15:clr>
        </p15:guide>
        <p15:guide id="2" pos="4608" userDrawn="1">
          <p15:clr>
            <a:srgbClr val="FBAE40"/>
          </p15:clr>
        </p15:guide>
        <p15:guide id="3" pos="6912" userDrawn="1">
          <p15:clr>
            <a:srgbClr val="FBAE40"/>
          </p15:clr>
        </p15:guide>
        <p15:guide id="4" pos="4781" userDrawn="1">
          <p15:clr>
            <a:srgbClr val="5ACBF0"/>
          </p15:clr>
        </p15:guide>
        <p15:guide id="5" pos="4435" userDrawn="1">
          <p15:clr>
            <a:srgbClr val="5ACBF0"/>
          </p15:clr>
        </p15:guide>
        <p15:guide id="6" pos="2477" userDrawn="1">
          <p15:clr>
            <a:srgbClr val="5ACBF0"/>
          </p15:clr>
        </p15:guide>
        <p15:guide id="7" pos="2131" userDrawn="1">
          <p15:clr>
            <a:srgbClr val="5ACBF0"/>
          </p15:clr>
        </p15:guide>
        <p15:guide id="8" pos="6739" userDrawn="1">
          <p15:clr>
            <a:srgbClr val="5ACBF0"/>
          </p15:clr>
        </p15:guide>
        <p15:guide id="9" pos="7085" userDrawn="1">
          <p15:clr>
            <a:srgbClr val="5ACBF0"/>
          </p15:clr>
        </p15:guide>
        <p15:guide id="10" pos="173" userDrawn="1">
          <p15:clr>
            <a:srgbClr val="5ACBF0"/>
          </p15:clr>
        </p15:guide>
        <p15:guide id="11" orient="horz" pos="5011" userDrawn="1">
          <p15:clr>
            <a:srgbClr val="5ACBF0"/>
          </p15:clr>
        </p15:guide>
        <p15:guide id="12" pos="9043" userDrawn="1">
          <p15:clr>
            <a:srgbClr val="5ACBF0"/>
          </p15:clr>
        </p15:guide>
        <p15:guide id="13" orient="horz" pos="173"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ouble Timeline">
    <p:spTree>
      <p:nvGrpSpPr>
        <p:cNvPr id="1" name=""/>
        <p:cNvGrpSpPr/>
        <p:nvPr/>
      </p:nvGrpSpPr>
      <p:grpSpPr>
        <a:xfrm>
          <a:off x="0" y="0"/>
          <a:ext cx="0" cy="0"/>
          <a:chOff x="0" y="0"/>
          <a:chExt cx="0" cy="0"/>
        </a:xfrm>
      </p:grpSpPr>
      <p:sp>
        <p:nvSpPr>
          <p:cNvPr id="34" name="Text Placeholder 48">
            <a:extLst>
              <a:ext uri="{FF2B5EF4-FFF2-40B4-BE49-F238E27FC236}">
                <a16:creationId xmlns:a16="http://schemas.microsoft.com/office/drawing/2014/main" id="{C6E48CAB-F1C0-4E71-9686-C02A967E923F}"/>
              </a:ext>
            </a:extLst>
          </p:cNvPr>
          <p:cNvSpPr>
            <a:spLocks noGrp="1"/>
          </p:cNvSpPr>
          <p:nvPr>
            <p:ph type="body" sz="quarter" idx="10" hasCustomPrompt="1"/>
          </p:nvPr>
        </p:nvSpPr>
        <p:spPr>
          <a:xfrm>
            <a:off x="547418" y="4817427"/>
            <a:ext cx="1418542" cy="362623"/>
          </a:xfrm>
        </p:spPr>
        <p:txBody>
          <a:bodyPr lIns="0" rIns="0" rtlCol="0">
            <a:noAutofit/>
          </a:bodyPr>
          <a:lstStyle>
            <a:lvl1pPr marL="0" indent="0">
              <a:buNone/>
              <a:defRPr sz="192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35" name="Text Placeholder 50">
            <a:extLst>
              <a:ext uri="{FF2B5EF4-FFF2-40B4-BE49-F238E27FC236}">
                <a16:creationId xmlns:a16="http://schemas.microsoft.com/office/drawing/2014/main" id="{7C226081-D459-4A68-9B23-0C804E6A639C}"/>
              </a:ext>
            </a:extLst>
          </p:cNvPr>
          <p:cNvSpPr>
            <a:spLocks noGrp="1"/>
          </p:cNvSpPr>
          <p:nvPr>
            <p:ph type="body" sz="quarter" idx="11"/>
          </p:nvPr>
        </p:nvSpPr>
        <p:spPr>
          <a:xfrm>
            <a:off x="547418"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0" name="Text Placeholder 48">
            <a:extLst>
              <a:ext uri="{FF2B5EF4-FFF2-40B4-BE49-F238E27FC236}">
                <a16:creationId xmlns:a16="http://schemas.microsoft.com/office/drawing/2014/main" id="{C32AE455-05F0-44FA-98C4-73D9C60DF896}"/>
              </a:ext>
            </a:extLst>
          </p:cNvPr>
          <p:cNvSpPr>
            <a:spLocks noGrp="1"/>
          </p:cNvSpPr>
          <p:nvPr>
            <p:ph type="body" sz="quarter" idx="32" hasCustomPrompt="1"/>
          </p:nvPr>
        </p:nvSpPr>
        <p:spPr>
          <a:xfrm>
            <a:off x="2206924" y="4817427"/>
            <a:ext cx="1450676" cy="362623"/>
          </a:xfrm>
        </p:spPr>
        <p:txBody>
          <a:bodyPr lIns="0" rIns="0" rtlCol="0">
            <a:noAutofit/>
          </a:bodyPr>
          <a:lstStyle>
            <a:lvl1pPr marL="0" indent="0">
              <a:buNone/>
              <a:defRPr sz="192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51" name="Text Placeholder 50">
            <a:extLst>
              <a:ext uri="{FF2B5EF4-FFF2-40B4-BE49-F238E27FC236}">
                <a16:creationId xmlns:a16="http://schemas.microsoft.com/office/drawing/2014/main" id="{3C3FB663-073E-458E-A31A-B15112A0D377}"/>
              </a:ext>
            </a:extLst>
          </p:cNvPr>
          <p:cNvSpPr>
            <a:spLocks noGrp="1"/>
          </p:cNvSpPr>
          <p:nvPr>
            <p:ph type="body" sz="quarter" idx="33"/>
          </p:nvPr>
        </p:nvSpPr>
        <p:spPr>
          <a:xfrm>
            <a:off x="2206923"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2" name="Text Placeholder 48">
            <a:extLst>
              <a:ext uri="{FF2B5EF4-FFF2-40B4-BE49-F238E27FC236}">
                <a16:creationId xmlns:a16="http://schemas.microsoft.com/office/drawing/2014/main" id="{91332113-C9A3-4B1F-A973-C30104497DCE}"/>
              </a:ext>
            </a:extLst>
          </p:cNvPr>
          <p:cNvSpPr>
            <a:spLocks noGrp="1"/>
          </p:cNvSpPr>
          <p:nvPr>
            <p:ph type="body" sz="quarter" idx="34" hasCustomPrompt="1"/>
          </p:nvPr>
        </p:nvSpPr>
        <p:spPr>
          <a:xfrm>
            <a:off x="3866429" y="4817427"/>
            <a:ext cx="1417319" cy="362623"/>
          </a:xfrm>
        </p:spPr>
        <p:txBody>
          <a:bodyPr lIns="0" rIns="0" rtlCol="0">
            <a:noAutofit/>
          </a:bodyPr>
          <a:lstStyle>
            <a:lvl1pPr marL="0" indent="0">
              <a:buNone/>
              <a:defRPr sz="192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53" name="Text Placeholder 50">
            <a:extLst>
              <a:ext uri="{FF2B5EF4-FFF2-40B4-BE49-F238E27FC236}">
                <a16:creationId xmlns:a16="http://schemas.microsoft.com/office/drawing/2014/main" id="{CDAC2DE8-0B23-47D4-A121-018184C5D2BD}"/>
              </a:ext>
            </a:extLst>
          </p:cNvPr>
          <p:cNvSpPr>
            <a:spLocks noGrp="1"/>
          </p:cNvSpPr>
          <p:nvPr>
            <p:ph type="body" sz="quarter" idx="35"/>
          </p:nvPr>
        </p:nvSpPr>
        <p:spPr>
          <a:xfrm>
            <a:off x="3866429"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4" name="Text Placeholder 48">
            <a:extLst>
              <a:ext uri="{FF2B5EF4-FFF2-40B4-BE49-F238E27FC236}">
                <a16:creationId xmlns:a16="http://schemas.microsoft.com/office/drawing/2014/main" id="{AE8613EE-32F0-4251-809B-6B9907E226CF}"/>
              </a:ext>
            </a:extLst>
          </p:cNvPr>
          <p:cNvSpPr>
            <a:spLocks noGrp="1"/>
          </p:cNvSpPr>
          <p:nvPr>
            <p:ph type="body" sz="quarter" idx="36" hasCustomPrompt="1"/>
          </p:nvPr>
        </p:nvSpPr>
        <p:spPr>
          <a:xfrm>
            <a:off x="5525933" y="4817427"/>
            <a:ext cx="1417319" cy="362623"/>
          </a:xfrm>
        </p:spPr>
        <p:txBody>
          <a:bodyPr lIns="0" rIns="0" rtlCol="0">
            <a:noAutofit/>
          </a:bodyPr>
          <a:lstStyle>
            <a:lvl1pPr marL="0" indent="0">
              <a:buNone/>
              <a:defRPr sz="192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55" name="Text Placeholder 50">
            <a:extLst>
              <a:ext uri="{FF2B5EF4-FFF2-40B4-BE49-F238E27FC236}">
                <a16:creationId xmlns:a16="http://schemas.microsoft.com/office/drawing/2014/main" id="{6E9683DA-61F6-48A0-9453-C03FB9794010}"/>
              </a:ext>
            </a:extLst>
          </p:cNvPr>
          <p:cNvSpPr>
            <a:spLocks noGrp="1"/>
          </p:cNvSpPr>
          <p:nvPr>
            <p:ph type="body" sz="quarter" idx="37"/>
          </p:nvPr>
        </p:nvSpPr>
        <p:spPr>
          <a:xfrm>
            <a:off x="5525933"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6" name="Text Placeholder 48">
            <a:extLst>
              <a:ext uri="{FF2B5EF4-FFF2-40B4-BE49-F238E27FC236}">
                <a16:creationId xmlns:a16="http://schemas.microsoft.com/office/drawing/2014/main" id="{53C09CD9-E6F6-4AA3-968A-491D1568E739}"/>
              </a:ext>
            </a:extLst>
          </p:cNvPr>
          <p:cNvSpPr>
            <a:spLocks noGrp="1"/>
          </p:cNvSpPr>
          <p:nvPr>
            <p:ph type="body" sz="quarter" idx="38" hasCustomPrompt="1"/>
          </p:nvPr>
        </p:nvSpPr>
        <p:spPr>
          <a:xfrm>
            <a:off x="7866277" y="4817427"/>
            <a:ext cx="1417319" cy="362623"/>
          </a:xfrm>
        </p:spPr>
        <p:txBody>
          <a:bodyPr lIns="0" rIns="0" rtlCol="0">
            <a:noAutofit/>
          </a:bodyPr>
          <a:lstStyle>
            <a:lvl1pPr marL="0" indent="0">
              <a:buNone/>
              <a:defRPr sz="192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57" name="Text Placeholder 50">
            <a:extLst>
              <a:ext uri="{FF2B5EF4-FFF2-40B4-BE49-F238E27FC236}">
                <a16:creationId xmlns:a16="http://schemas.microsoft.com/office/drawing/2014/main" id="{4457D5F2-D7AE-44A9-847A-D20086BCCC22}"/>
              </a:ext>
            </a:extLst>
          </p:cNvPr>
          <p:cNvSpPr>
            <a:spLocks noGrp="1"/>
          </p:cNvSpPr>
          <p:nvPr>
            <p:ph type="body" sz="quarter" idx="39"/>
          </p:nvPr>
        </p:nvSpPr>
        <p:spPr>
          <a:xfrm>
            <a:off x="7866276"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8" name="Text Placeholder 48">
            <a:extLst>
              <a:ext uri="{FF2B5EF4-FFF2-40B4-BE49-F238E27FC236}">
                <a16:creationId xmlns:a16="http://schemas.microsoft.com/office/drawing/2014/main" id="{4FBE8211-41BE-41C2-B826-94FD55BC0AA4}"/>
              </a:ext>
            </a:extLst>
          </p:cNvPr>
          <p:cNvSpPr>
            <a:spLocks noGrp="1"/>
          </p:cNvSpPr>
          <p:nvPr>
            <p:ph type="body" sz="quarter" idx="40" hasCustomPrompt="1"/>
          </p:nvPr>
        </p:nvSpPr>
        <p:spPr>
          <a:xfrm>
            <a:off x="9525781" y="4817427"/>
            <a:ext cx="1417318" cy="362623"/>
          </a:xfrm>
        </p:spPr>
        <p:txBody>
          <a:bodyPr lIns="0" rIns="0" rtlCol="0">
            <a:noAutofit/>
          </a:bodyPr>
          <a:lstStyle>
            <a:lvl1pPr marL="0" indent="0">
              <a:buNone/>
              <a:defRPr sz="192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59" name="Text Placeholder 50">
            <a:extLst>
              <a:ext uri="{FF2B5EF4-FFF2-40B4-BE49-F238E27FC236}">
                <a16:creationId xmlns:a16="http://schemas.microsoft.com/office/drawing/2014/main" id="{18C75666-F3E0-4AD7-8C05-FEFFEAE1D10C}"/>
              </a:ext>
            </a:extLst>
          </p:cNvPr>
          <p:cNvSpPr>
            <a:spLocks noGrp="1"/>
          </p:cNvSpPr>
          <p:nvPr>
            <p:ph type="body" sz="quarter" idx="41"/>
          </p:nvPr>
        </p:nvSpPr>
        <p:spPr>
          <a:xfrm>
            <a:off x="9525781"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0" name="Text Placeholder 48">
            <a:extLst>
              <a:ext uri="{FF2B5EF4-FFF2-40B4-BE49-F238E27FC236}">
                <a16:creationId xmlns:a16="http://schemas.microsoft.com/office/drawing/2014/main" id="{66478F13-D9B8-4439-9B08-804CD6848EB9}"/>
              </a:ext>
            </a:extLst>
          </p:cNvPr>
          <p:cNvSpPr>
            <a:spLocks noGrp="1"/>
          </p:cNvSpPr>
          <p:nvPr>
            <p:ph type="body" sz="quarter" idx="42" hasCustomPrompt="1"/>
          </p:nvPr>
        </p:nvSpPr>
        <p:spPr>
          <a:xfrm>
            <a:off x="11185286" y="4817427"/>
            <a:ext cx="1417318" cy="362623"/>
          </a:xfrm>
        </p:spPr>
        <p:txBody>
          <a:bodyPr lIns="0" rIns="0" rtlCol="0">
            <a:noAutofit/>
          </a:bodyPr>
          <a:lstStyle>
            <a:lvl1pPr marL="0" indent="0">
              <a:buNone/>
              <a:defRPr sz="192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61" name="Text Placeholder 50">
            <a:extLst>
              <a:ext uri="{FF2B5EF4-FFF2-40B4-BE49-F238E27FC236}">
                <a16:creationId xmlns:a16="http://schemas.microsoft.com/office/drawing/2014/main" id="{08844405-957A-4970-A2B6-D161FED665FF}"/>
              </a:ext>
            </a:extLst>
          </p:cNvPr>
          <p:cNvSpPr>
            <a:spLocks noGrp="1"/>
          </p:cNvSpPr>
          <p:nvPr>
            <p:ph type="body" sz="quarter" idx="43"/>
          </p:nvPr>
        </p:nvSpPr>
        <p:spPr>
          <a:xfrm>
            <a:off x="11185286"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2" name="Text Placeholder 48">
            <a:extLst>
              <a:ext uri="{FF2B5EF4-FFF2-40B4-BE49-F238E27FC236}">
                <a16:creationId xmlns:a16="http://schemas.microsoft.com/office/drawing/2014/main" id="{6F067D31-AE61-48F0-A497-1908DC77F086}"/>
              </a:ext>
            </a:extLst>
          </p:cNvPr>
          <p:cNvSpPr>
            <a:spLocks noGrp="1"/>
          </p:cNvSpPr>
          <p:nvPr>
            <p:ph type="body" sz="quarter" idx="44" hasCustomPrompt="1"/>
          </p:nvPr>
        </p:nvSpPr>
        <p:spPr>
          <a:xfrm>
            <a:off x="12844790" y="4817427"/>
            <a:ext cx="1417318" cy="362623"/>
          </a:xfrm>
        </p:spPr>
        <p:txBody>
          <a:bodyPr lIns="0" rIns="0" rtlCol="0">
            <a:noAutofit/>
          </a:bodyPr>
          <a:lstStyle>
            <a:lvl1pPr marL="0" indent="0">
              <a:buNone/>
              <a:defRPr sz="192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EDIT</a:t>
            </a:r>
          </a:p>
        </p:txBody>
      </p:sp>
      <p:sp>
        <p:nvSpPr>
          <p:cNvPr id="63" name="Text Placeholder 50">
            <a:extLst>
              <a:ext uri="{FF2B5EF4-FFF2-40B4-BE49-F238E27FC236}">
                <a16:creationId xmlns:a16="http://schemas.microsoft.com/office/drawing/2014/main" id="{5B4A526A-A40E-4B7D-94EC-5FDCAD2EAD89}"/>
              </a:ext>
            </a:extLst>
          </p:cNvPr>
          <p:cNvSpPr>
            <a:spLocks noGrp="1"/>
          </p:cNvSpPr>
          <p:nvPr>
            <p:ph type="body" sz="quarter" idx="45"/>
          </p:nvPr>
        </p:nvSpPr>
        <p:spPr>
          <a:xfrm>
            <a:off x="12844790" y="5383414"/>
            <a:ext cx="1418542" cy="1419721"/>
          </a:xfrm>
        </p:spPr>
        <p:txBody>
          <a:bodyPr lIns="0" rIns="0"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2" name="Title 1">
            <a:extLst>
              <a:ext uri="{FF2B5EF4-FFF2-40B4-BE49-F238E27FC236}">
                <a16:creationId xmlns:a16="http://schemas.microsoft.com/office/drawing/2014/main" id="{31A67390-01C5-4A4E-AF7F-79E8DB2B2D36}"/>
              </a:ext>
            </a:extLst>
          </p:cNvPr>
          <p:cNvSpPr>
            <a:spLocks noGrp="1"/>
          </p:cNvSpPr>
          <p:nvPr>
            <p:ph type="title"/>
          </p:nvPr>
        </p:nvSpPr>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759575687"/>
      </p:ext>
    </p:extLst>
  </p:cSld>
  <p:clrMapOvr>
    <a:masterClrMapping/>
  </p:clrMapOvr>
  <p:extLst>
    <p:ext uri="{DCECCB84-F9BA-43D5-87BE-67443E8EF086}">
      <p15:sldGuideLst xmlns:p15="http://schemas.microsoft.com/office/powerpoint/2012/main">
        <p15:guide id="1" pos="2304" userDrawn="1">
          <p15:clr>
            <a:srgbClr val="FBAE40"/>
          </p15:clr>
        </p15:guide>
        <p15:guide id="2" pos="4608" userDrawn="1">
          <p15:clr>
            <a:srgbClr val="FBAE40"/>
          </p15:clr>
        </p15:guide>
        <p15:guide id="3" pos="6912" userDrawn="1">
          <p15:clr>
            <a:srgbClr val="FBAE40"/>
          </p15:clr>
        </p15:guide>
        <p15:guide id="4" pos="4781" userDrawn="1">
          <p15:clr>
            <a:srgbClr val="5ACBF0"/>
          </p15:clr>
        </p15:guide>
        <p15:guide id="5" pos="4435" userDrawn="1">
          <p15:clr>
            <a:srgbClr val="5ACBF0"/>
          </p15:clr>
        </p15:guide>
        <p15:guide id="6" pos="2477" userDrawn="1">
          <p15:clr>
            <a:srgbClr val="5ACBF0"/>
          </p15:clr>
        </p15:guide>
        <p15:guide id="7" pos="2131" userDrawn="1">
          <p15:clr>
            <a:srgbClr val="5ACBF0"/>
          </p15:clr>
        </p15:guide>
        <p15:guide id="8" pos="6739" userDrawn="1">
          <p15:clr>
            <a:srgbClr val="5ACBF0"/>
          </p15:clr>
        </p15:guide>
        <p15:guide id="9" pos="7085" userDrawn="1">
          <p15:clr>
            <a:srgbClr val="5ACBF0"/>
          </p15:clr>
        </p15:guide>
        <p15:guide id="10" pos="173" userDrawn="1">
          <p15:clr>
            <a:srgbClr val="5ACBF0"/>
          </p15:clr>
        </p15:guide>
        <p15:guide id="11" orient="horz" pos="5011" userDrawn="1">
          <p15:clr>
            <a:srgbClr val="5ACBF0"/>
          </p15:clr>
        </p15:guide>
        <p15:guide id="12" pos="9043" userDrawn="1">
          <p15:clr>
            <a:srgbClr val="5ACBF0"/>
          </p15:clr>
        </p15:guide>
        <p15:guide id="13" orient="horz" pos="173"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iple Timeline">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14742123-85C4-4775-80AC-721BD7C16285}"/>
              </a:ext>
            </a:extLst>
          </p:cNvPr>
          <p:cNvSpPr>
            <a:spLocks noGrp="1"/>
          </p:cNvSpPr>
          <p:nvPr>
            <p:ph type="body" sz="quarter" idx="10" hasCustomPrompt="1"/>
          </p:nvPr>
        </p:nvSpPr>
        <p:spPr>
          <a:xfrm>
            <a:off x="1896072" y="2131318"/>
            <a:ext cx="2590800" cy="362623"/>
          </a:xfrm>
        </p:spPr>
        <p:txBody>
          <a:bodyPr rtlCol="0">
            <a:noAutofit/>
          </a:bodyPr>
          <a:lstStyle>
            <a:lvl1pPr marL="0" indent="0">
              <a:buNone/>
              <a:defRPr sz="216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51" name="Text Placeholder 50">
            <a:extLst>
              <a:ext uri="{FF2B5EF4-FFF2-40B4-BE49-F238E27FC236}">
                <a16:creationId xmlns:a16="http://schemas.microsoft.com/office/drawing/2014/main" id="{E1001174-581F-41A6-864B-D3BE932C2E47}"/>
              </a:ext>
            </a:extLst>
          </p:cNvPr>
          <p:cNvSpPr>
            <a:spLocks noGrp="1"/>
          </p:cNvSpPr>
          <p:nvPr>
            <p:ph type="body" sz="quarter" idx="11"/>
          </p:nvPr>
        </p:nvSpPr>
        <p:spPr>
          <a:xfrm>
            <a:off x="1896073" y="2533650"/>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2" name="Text Placeholder 48">
            <a:extLst>
              <a:ext uri="{FF2B5EF4-FFF2-40B4-BE49-F238E27FC236}">
                <a16:creationId xmlns:a16="http://schemas.microsoft.com/office/drawing/2014/main" id="{2B649793-2AFC-43EE-8172-0EAB326F1130}"/>
              </a:ext>
            </a:extLst>
          </p:cNvPr>
          <p:cNvSpPr>
            <a:spLocks noGrp="1"/>
          </p:cNvSpPr>
          <p:nvPr>
            <p:ph type="body" sz="quarter" idx="12" hasCustomPrompt="1"/>
          </p:nvPr>
        </p:nvSpPr>
        <p:spPr>
          <a:xfrm>
            <a:off x="6809448" y="2131318"/>
            <a:ext cx="2590800" cy="362623"/>
          </a:xfrm>
        </p:spPr>
        <p:txBody>
          <a:bodyPr rtlCol="0">
            <a:noAutofit/>
          </a:bodyPr>
          <a:lstStyle>
            <a:lvl1pPr marL="0" indent="0">
              <a:buNone/>
              <a:defRPr sz="216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53" name="Text Placeholder 50">
            <a:extLst>
              <a:ext uri="{FF2B5EF4-FFF2-40B4-BE49-F238E27FC236}">
                <a16:creationId xmlns:a16="http://schemas.microsoft.com/office/drawing/2014/main" id="{5B27745F-27CA-45D0-BE8E-A9C3B168F465}"/>
              </a:ext>
            </a:extLst>
          </p:cNvPr>
          <p:cNvSpPr>
            <a:spLocks noGrp="1"/>
          </p:cNvSpPr>
          <p:nvPr>
            <p:ph type="body" sz="quarter" idx="13"/>
          </p:nvPr>
        </p:nvSpPr>
        <p:spPr>
          <a:xfrm>
            <a:off x="6809449" y="2533650"/>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4" name="Text Placeholder 48">
            <a:extLst>
              <a:ext uri="{FF2B5EF4-FFF2-40B4-BE49-F238E27FC236}">
                <a16:creationId xmlns:a16="http://schemas.microsoft.com/office/drawing/2014/main" id="{58782C77-F426-4586-AF09-D07E1E8737F4}"/>
              </a:ext>
            </a:extLst>
          </p:cNvPr>
          <p:cNvSpPr>
            <a:spLocks noGrp="1"/>
          </p:cNvSpPr>
          <p:nvPr>
            <p:ph type="body" sz="quarter" idx="14" hasCustomPrompt="1"/>
          </p:nvPr>
        </p:nvSpPr>
        <p:spPr>
          <a:xfrm>
            <a:off x="11637480" y="2131318"/>
            <a:ext cx="2590800" cy="362623"/>
          </a:xfrm>
        </p:spPr>
        <p:txBody>
          <a:bodyPr rtlCol="0">
            <a:noAutofit/>
          </a:bodyPr>
          <a:lstStyle>
            <a:lvl1pPr marL="0" indent="0">
              <a:buNone/>
              <a:defRPr sz="2160" b="1">
                <a:solidFill>
                  <a:schemeClr val="accent4"/>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55" name="Text Placeholder 50">
            <a:extLst>
              <a:ext uri="{FF2B5EF4-FFF2-40B4-BE49-F238E27FC236}">
                <a16:creationId xmlns:a16="http://schemas.microsoft.com/office/drawing/2014/main" id="{E04DA729-6A59-4BC5-8955-DF4D12F1259F}"/>
              </a:ext>
            </a:extLst>
          </p:cNvPr>
          <p:cNvSpPr>
            <a:spLocks noGrp="1"/>
          </p:cNvSpPr>
          <p:nvPr>
            <p:ph type="body" sz="quarter" idx="15"/>
          </p:nvPr>
        </p:nvSpPr>
        <p:spPr>
          <a:xfrm>
            <a:off x="11637481" y="2533650"/>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6" name="Text Placeholder 48">
            <a:extLst>
              <a:ext uri="{FF2B5EF4-FFF2-40B4-BE49-F238E27FC236}">
                <a16:creationId xmlns:a16="http://schemas.microsoft.com/office/drawing/2014/main" id="{F6AF03D4-E441-4447-876C-A1B030223E2D}"/>
              </a:ext>
            </a:extLst>
          </p:cNvPr>
          <p:cNvSpPr>
            <a:spLocks noGrp="1"/>
          </p:cNvSpPr>
          <p:nvPr>
            <p:ph type="body" sz="quarter" idx="16" hasCustomPrompt="1"/>
          </p:nvPr>
        </p:nvSpPr>
        <p:spPr>
          <a:xfrm>
            <a:off x="1896072" y="3497687"/>
            <a:ext cx="2590800" cy="362623"/>
          </a:xfrm>
        </p:spPr>
        <p:txBody>
          <a:bodyPr rtlCol="0">
            <a:noAutofit/>
          </a:bodyPr>
          <a:lstStyle>
            <a:lvl1pPr marL="0" indent="0">
              <a:buNone/>
              <a:defRPr sz="216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57" name="Text Placeholder 50">
            <a:extLst>
              <a:ext uri="{FF2B5EF4-FFF2-40B4-BE49-F238E27FC236}">
                <a16:creationId xmlns:a16="http://schemas.microsoft.com/office/drawing/2014/main" id="{679D428E-9700-4E19-8364-70006C3E765E}"/>
              </a:ext>
            </a:extLst>
          </p:cNvPr>
          <p:cNvSpPr>
            <a:spLocks noGrp="1"/>
          </p:cNvSpPr>
          <p:nvPr>
            <p:ph type="body" sz="quarter" idx="17"/>
          </p:nvPr>
        </p:nvSpPr>
        <p:spPr>
          <a:xfrm>
            <a:off x="1896073" y="3905772"/>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58" name="Text Placeholder 48">
            <a:extLst>
              <a:ext uri="{FF2B5EF4-FFF2-40B4-BE49-F238E27FC236}">
                <a16:creationId xmlns:a16="http://schemas.microsoft.com/office/drawing/2014/main" id="{5B64A0D9-EA5C-4EC1-981A-0FD223A62FB0}"/>
              </a:ext>
            </a:extLst>
          </p:cNvPr>
          <p:cNvSpPr>
            <a:spLocks noGrp="1"/>
          </p:cNvSpPr>
          <p:nvPr>
            <p:ph type="body" sz="quarter" idx="18" hasCustomPrompt="1"/>
          </p:nvPr>
        </p:nvSpPr>
        <p:spPr>
          <a:xfrm>
            <a:off x="6809448" y="3497687"/>
            <a:ext cx="2590800" cy="362623"/>
          </a:xfrm>
        </p:spPr>
        <p:txBody>
          <a:bodyPr rtlCol="0">
            <a:noAutofit/>
          </a:bodyPr>
          <a:lstStyle>
            <a:lvl1pPr marL="0" indent="0">
              <a:buNone/>
              <a:defRPr sz="216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59" name="Text Placeholder 50">
            <a:extLst>
              <a:ext uri="{FF2B5EF4-FFF2-40B4-BE49-F238E27FC236}">
                <a16:creationId xmlns:a16="http://schemas.microsoft.com/office/drawing/2014/main" id="{7F9CD6F4-7AEE-42A4-B26D-96BE3E900368}"/>
              </a:ext>
            </a:extLst>
          </p:cNvPr>
          <p:cNvSpPr>
            <a:spLocks noGrp="1"/>
          </p:cNvSpPr>
          <p:nvPr>
            <p:ph type="body" sz="quarter" idx="19"/>
          </p:nvPr>
        </p:nvSpPr>
        <p:spPr>
          <a:xfrm>
            <a:off x="6809449" y="3905772"/>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0" name="Text Placeholder 48">
            <a:extLst>
              <a:ext uri="{FF2B5EF4-FFF2-40B4-BE49-F238E27FC236}">
                <a16:creationId xmlns:a16="http://schemas.microsoft.com/office/drawing/2014/main" id="{82EA5B58-66CC-4197-BAC3-D0A39558DB0F}"/>
              </a:ext>
            </a:extLst>
          </p:cNvPr>
          <p:cNvSpPr>
            <a:spLocks noGrp="1"/>
          </p:cNvSpPr>
          <p:nvPr>
            <p:ph type="body" sz="quarter" idx="20" hasCustomPrompt="1"/>
          </p:nvPr>
        </p:nvSpPr>
        <p:spPr>
          <a:xfrm>
            <a:off x="11637480" y="3497687"/>
            <a:ext cx="2590800" cy="362623"/>
          </a:xfrm>
        </p:spPr>
        <p:txBody>
          <a:bodyPr rtlCol="0">
            <a:noAutofit/>
          </a:bodyPr>
          <a:lstStyle>
            <a:lvl1pPr marL="0" indent="0">
              <a:buNone/>
              <a:defRPr sz="2160" b="1">
                <a:solidFill>
                  <a:schemeClr val="accent5"/>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61" name="Text Placeholder 50">
            <a:extLst>
              <a:ext uri="{FF2B5EF4-FFF2-40B4-BE49-F238E27FC236}">
                <a16:creationId xmlns:a16="http://schemas.microsoft.com/office/drawing/2014/main" id="{B76C47B4-A585-4CAC-933A-2E6D1938D171}"/>
              </a:ext>
            </a:extLst>
          </p:cNvPr>
          <p:cNvSpPr>
            <a:spLocks noGrp="1"/>
          </p:cNvSpPr>
          <p:nvPr>
            <p:ph type="body" sz="quarter" idx="21"/>
          </p:nvPr>
        </p:nvSpPr>
        <p:spPr>
          <a:xfrm>
            <a:off x="11637481" y="3905772"/>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2" name="Text Placeholder 48">
            <a:extLst>
              <a:ext uri="{FF2B5EF4-FFF2-40B4-BE49-F238E27FC236}">
                <a16:creationId xmlns:a16="http://schemas.microsoft.com/office/drawing/2014/main" id="{563D0C18-5125-4D0F-B46D-76AE182B3FA2}"/>
              </a:ext>
            </a:extLst>
          </p:cNvPr>
          <p:cNvSpPr>
            <a:spLocks noGrp="1"/>
          </p:cNvSpPr>
          <p:nvPr>
            <p:ph type="body" sz="quarter" idx="22" hasCustomPrompt="1"/>
          </p:nvPr>
        </p:nvSpPr>
        <p:spPr>
          <a:xfrm>
            <a:off x="1896072" y="4869585"/>
            <a:ext cx="2590800" cy="362623"/>
          </a:xfrm>
        </p:spPr>
        <p:txBody>
          <a:bodyPr rtlCol="0">
            <a:noAutofit/>
          </a:bodyPr>
          <a:lstStyle>
            <a:lvl1pPr marL="0" indent="0">
              <a:buNone/>
              <a:defRPr sz="216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63" name="Text Placeholder 50">
            <a:extLst>
              <a:ext uri="{FF2B5EF4-FFF2-40B4-BE49-F238E27FC236}">
                <a16:creationId xmlns:a16="http://schemas.microsoft.com/office/drawing/2014/main" id="{10634501-CE83-42B9-8572-5C6B73710869}"/>
              </a:ext>
            </a:extLst>
          </p:cNvPr>
          <p:cNvSpPr>
            <a:spLocks noGrp="1"/>
          </p:cNvSpPr>
          <p:nvPr>
            <p:ph type="body" sz="quarter" idx="23"/>
          </p:nvPr>
        </p:nvSpPr>
        <p:spPr>
          <a:xfrm>
            <a:off x="1896073" y="527110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4" name="Text Placeholder 48">
            <a:extLst>
              <a:ext uri="{FF2B5EF4-FFF2-40B4-BE49-F238E27FC236}">
                <a16:creationId xmlns:a16="http://schemas.microsoft.com/office/drawing/2014/main" id="{54844B85-1B28-4340-AA8C-10A0C2A36C9E}"/>
              </a:ext>
            </a:extLst>
          </p:cNvPr>
          <p:cNvSpPr>
            <a:spLocks noGrp="1"/>
          </p:cNvSpPr>
          <p:nvPr>
            <p:ph type="body" sz="quarter" idx="24" hasCustomPrompt="1"/>
          </p:nvPr>
        </p:nvSpPr>
        <p:spPr>
          <a:xfrm>
            <a:off x="6809448" y="4869585"/>
            <a:ext cx="2590800" cy="362623"/>
          </a:xfrm>
        </p:spPr>
        <p:txBody>
          <a:bodyPr rtlCol="0">
            <a:noAutofit/>
          </a:bodyPr>
          <a:lstStyle>
            <a:lvl1pPr marL="0" indent="0">
              <a:buNone/>
              <a:defRPr sz="216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65" name="Text Placeholder 50">
            <a:extLst>
              <a:ext uri="{FF2B5EF4-FFF2-40B4-BE49-F238E27FC236}">
                <a16:creationId xmlns:a16="http://schemas.microsoft.com/office/drawing/2014/main" id="{31BB84F0-3823-46DB-BCEF-5EF3F8E680CF}"/>
              </a:ext>
            </a:extLst>
          </p:cNvPr>
          <p:cNvSpPr>
            <a:spLocks noGrp="1"/>
          </p:cNvSpPr>
          <p:nvPr>
            <p:ph type="body" sz="quarter" idx="25"/>
          </p:nvPr>
        </p:nvSpPr>
        <p:spPr>
          <a:xfrm>
            <a:off x="6809449" y="527110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6" name="Text Placeholder 48">
            <a:extLst>
              <a:ext uri="{FF2B5EF4-FFF2-40B4-BE49-F238E27FC236}">
                <a16:creationId xmlns:a16="http://schemas.microsoft.com/office/drawing/2014/main" id="{D4D4EE7B-E029-47B3-BC18-D53E810711CE}"/>
              </a:ext>
            </a:extLst>
          </p:cNvPr>
          <p:cNvSpPr>
            <a:spLocks noGrp="1"/>
          </p:cNvSpPr>
          <p:nvPr>
            <p:ph type="body" sz="quarter" idx="26" hasCustomPrompt="1"/>
          </p:nvPr>
        </p:nvSpPr>
        <p:spPr>
          <a:xfrm>
            <a:off x="11637480" y="4869585"/>
            <a:ext cx="2590800" cy="362623"/>
          </a:xfrm>
        </p:spPr>
        <p:txBody>
          <a:bodyPr rtlCol="0">
            <a:noAutofit/>
          </a:bodyPr>
          <a:lstStyle>
            <a:lvl1pPr marL="0" indent="0">
              <a:buNone/>
              <a:defRPr sz="2160" b="1">
                <a:solidFill>
                  <a:schemeClr val="accent6"/>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67" name="Text Placeholder 50">
            <a:extLst>
              <a:ext uri="{FF2B5EF4-FFF2-40B4-BE49-F238E27FC236}">
                <a16:creationId xmlns:a16="http://schemas.microsoft.com/office/drawing/2014/main" id="{C088BE45-14DC-4551-A5FC-93D0BA991882}"/>
              </a:ext>
            </a:extLst>
          </p:cNvPr>
          <p:cNvSpPr>
            <a:spLocks noGrp="1"/>
          </p:cNvSpPr>
          <p:nvPr>
            <p:ph type="body" sz="quarter" idx="27"/>
          </p:nvPr>
        </p:nvSpPr>
        <p:spPr>
          <a:xfrm>
            <a:off x="11637481" y="527110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68" name="Text Placeholder 48">
            <a:extLst>
              <a:ext uri="{FF2B5EF4-FFF2-40B4-BE49-F238E27FC236}">
                <a16:creationId xmlns:a16="http://schemas.microsoft.com/office/drawing/2014/main" id="{120E072F-4FF5-422F-B7FD-BE3DF026010F}"/>
              </a:ext>
            </a:extLst>
          </p:cNvPr>
          <p:cNvSpPr>
            <a:spLocks noGrp="1"/>
          </p:cNvSpPr>
          <p:nvPr>
            <p:ph type="body" sz="quarter" idx="28" hasCustomPrompt="1"/>
          </p:nvPr>
        </p:nvSpPr>
        <p:spPr>
          <a:xfrm>
            <a:off x="1896072" y="6278304"/>
            <a:ext cx="2590800" cy="362623"/>
          </a:xfrm>
        </p:spPr>
        <p:txBody>
          <a:bodyPr rtlCol="0">
            <a:noAutofit/>
          </a:bodyPr>
          <a:lstStyle>
            <a:lvl1pPr marL="0" indent="0">
              <a:buNone/>
              <a:defRPr sz="216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69" name="Text Placeholder 50">
            <a:extLst>
              <a:ext uri="{FF2B5EF4-FFF2-40B4-BE49-F238E27FC236}">
                <a16:creationId xmlns:a16="http://schemas.microsoft.com/office/drawing/2014/main" id="{E73E6162-F4E3-4F6D-BA12-6B5918E23B8E}"/>
              </a:ext>
            </a:extLst>
          </p:cNvPr>
          <p:cNvSpPr>
            <a:spLocks noGrp="1"/>
          </p:cNvSpPr>
          <p:nvPr>
            <p:ph type="body" sz="quarter" idx="29"/>
          </p:nvPr>
        </p:nvSpPr>
        <p:spPr>
          <a:xfrm>
            <a:off x="1896073" y="667982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70" name="Text Placeholder 48">
            <a:extLst>
              <a:ext uri="{FF2B5EF4-FFF2-40B4-BE49-F238E27FC236}">
                <a16:creationId xmlns:a16="http://schemas.microsoft.com/office/drawing/2014/main" id="{C9938F8E-67A2-401C-882C-ED04C7E5224B}"/>
              </a:ext>
            </a:extLst>
          </p:cNvPr>
          <p:cNvSpPr>
            <a:spLocks noGrp="1"/>
          </p:cNvSpPr>
          <p:nvPr>
            <p:ph type="body" sz="quarter" idx="30" hasCustomPrompt="1"/>
          </p:nvPr>
        </p:nvSpPr>
        <p:spPr>
          <a:xfrm>
            <a:off x="6809448" y="6278304"/>
            <a:ext cx="2590800" cy="362623"/>
          </a:xfrm>
        </p:spPr>
        <p:txBody>
          <a:bodyPr rtlCol="0">
            <a:noAutofit/>
          </a:bodyPr>
          <a:lstStyle>
            <a:lvl1pPr marL="0" indent="0">
              <a:buNone/>
              <a:defRPr sz="216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71" name="Text Placeholder 50">
            <a:extLst>
              <a:ext uri="{FF2B5EF4-FFF2-40B4-BE49-F238E27FC236}">
                <a16:creationId xmlns:a16="http://schemas.microsoft.com/office/drawing/2014/main" id="{E683DBE3-DCA5-4538-A253-E60ED2C4B621}"/>
              </a:ext>
            </a:extLst>
          </p:cNvPr>
          <p:cNvSpPr>
            <a:spLocks noGrp="1"/>
          </p:cNvSpPr>
          <p:nvPr>
            <p:ph type="body" sz="quarter" idx="31"/>
          </p:nvPr>
        </p:nvSpPr>
        <p:spPr>
          <a:xfrm>
            <a:off x="6809449" y="667982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72" name="Text Placeholder 48">
            <a:extLst>
              <a:ext uri="{FF2B5EF4-FFF2-40B4-BE49-F238E27FC236}">
                <a16:creationId xmlns:a16="http://schemas.microsoft.com/office/drawing/2014/main" id="{6F8B9E2C-BE06-4536-A348-4640A2DA1BFC}"/>
              </a:ext>
            </a:extLst>
          </p:cNvPr>
          <p:cNvSpPr>
            <a:spLocks noGrp="1"/>
          </p:cNvSpPr>
          <p:nvPr>
            <p:ph type="body" sz="quarter" idx="32" hasCustomPrompt="1"/>
          </p:nvPr>
        </p:nvSpPr>
        <p:spPr>
          <a:xfrm>
            <a:off x="11637480" y="6278304"/>
            <a:ext cx="2590800" cy="362623"/>
          </a:xfrm>
        </p:spPr>
        <p:txBody>
          <a:bodyPr rtlCol="0">
            <a:noAutofit/>
          </a:bodyPr>
          <a:lstStyle>
            <a:lvl1pPr marL="0" indent="0">
              <a:buNone/>
              <a:defRPr sz="2160" b="1">
                <a:solidFill>
                  <a:schemeClr val="accent3"/>
                </a:solidFill>
                <a:latin typeface="+mj-lt"/>
              </a:defRPr>
            </a:lvl1pPr>
            <a:lvl2pPr marL="548640" indent="0">
              <a:buNone/>
              <a:defRPr sz="2160"/>
            </a:lvl2pPr>
            <a:lvl3pPr marL="1097280" indent="0">
              <a:buNone/>
              <a:defRPr sz="2160"/>
            </a:lvl3pPr>
            <a:lvl4pPr marL="1645920" indent="0">
              <a:buNone/>
              <a:defRPr sz="2160"/>
            </a:lvl4pPr>
            <a:lvl5pPr marL="2194560" indent="0">
              <a:buNone/>
              <a:defRPr sz="2160"/>
            </a:lvl5pPr>
          </a:lstStyle>
          <a:p>
            <a:pPr lvl="0" rtl="0"/>
            <a:r>
              <a:rPr lang="en-GB" noProof="0"/>
              <a:t>CLICK TO EDIT</a:t>
            </a:r>
          </a:p>
        </p:txBody>
      </p:sp>
      <p:sp>
        <p:nvSpPr>
          <p:cNvPr id="73" name="Text Placeholder 50">
            <a:extLst>
              <a:ext uri="{FF2B5EF4-FFF2-40B4-BE49-F238E27FC236}">
                <a16:creationId xmlns:a16="http://schemas.microsoft.com/office/drawing/2014/main" id="{B9A57CE7-FAE2-490F-A8F8-402B5F3A7443}"/>
              </a:ext>
            </a:extLst>
          </p:cNvPr>
          <p:cNvSpPr>
            <a:spLocks noGrp="1"/>
          </p:cNvSpPr>
          <p:nvPr>
            <p:ph type="body" sz="quarter" idx="33"/>
          </p:nvPr>
        </p:nvSpPr>
        <p:spPr>
          <a:xfrm>
            <a:off x="11637481" y="6679829"/>
            <a:ext cx="2615564" cy="847726"/>
          </a:xfrm>
        </p:spPr>
        <p:txBody>
          <a:bodyPr rtlCol="0">
            <a:noAutofit/>
          </a:bodyPr>
          <a:lstStyle>
            <a:lvl1pPr marL="0" indent="0">
              <a:lnSpc>
                <a:spcPct val="100000"/>
              </a:lnSpc>
              <a:buNone/>
              <a:defRPr sz="1320">
                <a:solidFill>
                  <a:schemeClr val="tx1"/>
                </a:solidFill>
              </a:defRPr>
            </a:lvl1pPr>
            <a:lvl2pPr marL="548640" indent="0">
              <a:buNone/>
              <a:defRPr sz="1320"/>
            </a:lvl2pPr>
            <a:lvl3pPr marL="1097280" indent="0">
              <a:buNone/>
              <a:defRPr sz="1320"/>
            </a:lvl3pPr>
            <a:lvl4pPr marL="1645920" indent="0">
              <a:buNone/>
              <a:defRPr sz="1320"/>
            </a:lvl4pPr>
            <a:lvl5pPr marL="2194560" indent="0">
              <a:buNone/>
              <a:defRPr sz="1320"/>
            </a:lvl5pPr>
          </a:lstStyle>
          <a:p>
            <a:pPr lvl="0" rtl="0"/>
            <a:r>
              <a:rPr lang="en-US" noProof="0"/>
              <a:t>Click to edit Master text styles</a:t>
            </a:r>
          </a:p>
        </p:txBody>
      </p:sp>
      <p:sp>
        <p:nvSpPr>
          <p:cNvPr id="2" name="Title 1">
            <a:extLst>
              <a:ext uri="{FF2B5EF4-FFF2-40B4-BE49-F238E27FC236}">
                <a16:creationId xmlns:a16="http://schemas.microsoft.com/office/drawing/2014/main" id="{AA611859-7CC8-480B-BA0E-18BB16B30479}"/>
              </a:ext>
            </a:extLst>
          </p:cNvPr>
          <p:cNvSpPr>
            <a:spLocks noGrp="1"/>
          </p:cNvSpPr>
          <p:nvPr>
            <p:ph type="title"/>
          </p:nvPr>
        </p:nvSpPr>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111913400"/>
      </p:ext>
    </p:extLst>
  </p:cSld>
  <p:clrMapOvr>
    <a:masterClrMapping/>
  </p:clrMapOvr>
  <p:extLst>
    <p:ext uri="{DCECCB84-F9BA-43D5-87BE-67443E8EF086}">
      <p15:sldGuideLst xmlns:p15="http://schemas.microsoft.com/office/powerpoint/2012/main">
        <p15:guide id="1" pos="3053" userDrawn="1">
          <p15:clr>
            <a:srgbClr val="FBAE40"/>
          </p15:clr>
        </p15:guide>
        <p15:guide id="2" pos="6134" userDrawn="1">
          <p15:clr>
            <a:srgbClr val="FBAE40"/>
          </p15:clr>
        </p15:guide>
        <p15:guide id="4" pos="6307" userDrawn="1">
          <p15:clr>
            <a:srgbClr val="5ACBF0"/>
          </p15:clr>
        </p15:guide>
        <p15:guide id="5" pos="5962" userDrawn="1">
          <p15:clr>
            <a:srgbClr val="5ACBF0"/>
          </p15:clr>
        </p15:guide>
        <p15:guide id="6" pos="3226" userDrawn="1">
          <p15:clr>
            <a:srgbClr val="5ACBF0"/>
          </p15:clr>
        </p15:guide>
        <p15:guide id="7" pos="2880" userDrawn="1">
          <p15:clr>
            <a:srgbClr val="5ACBF0"/>
          </p15:clr>
        </p15:guide>
        <p15:guide id="10" pos="173" userDrawn="1">
          <p15:clr>
            <a:srgbClr val="5ACBF0"/>
          </p15:clr>
        </p15:guide>
        <p15:guide id="11" orient="horz" pos="5011" userDrawn="1">
          <p15:clr>
            <a:srgbClr val="5ACBF0"/>
          </p15:clr>
        </p15:guide>
        <p15:guide id="12" pos="9043" userDrawn="1">
          <p15:clr>
            <a:srgbClr val="5ACBF0"/>
          </p15:clr>
        </p15:guide>
        <p15:guide id="13" orient="horz" pos="173" userDrawn="1">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0B616-241D-4DFE-BC2F-C001ED77E825}"/>
              </a:ext>
            </a:extLst>
          </p:cNvPr>
          <p:cNvSpPr>
            <a:spLocks noGrp="1"/>
          </p:cNvSpPr>
          <p:nvPr>
            <p:ph type="title"/>
          </p:nvPr>
        </p:nvSpPr>
        <p:spPr>
          <a:xfrm>
            <a:off x="276149" y="548640"/>
            <a:ext cx="14078102" cy="757123"/>
          </a:xfrm>
          <a:prstGeom prst="rect">
            <a:avLst/>
          </a:prstGeom>
        </p:spPr>
        <p:txBody>
          <a:bodyPr vert="horz" lIns="91440" tIns="45720" rIns="91440" bIns="45720" rtlCol="0" anchor="t" anchorCtr="0">
            <a:no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A8AE909E-CC4A-4E51-BC02-B893225D2B31}"/>
              </a:ext>
            </a:extLst>
          </p:cNvPr>
          <p:cNvSpPr>
            <a:spLocks noGrp="1"/>
          </p:cNvSpPr>
          <p:nvPr>
            <p:ph type="body" idx="1"/>
          </p:nvPr>
        </p:nvSpPr>
        <p:spPr>
          <a:xfrm>
            <a:off x="276149" y="2190750"/>
            <a:ext cx="14078102" cy="522160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743B6EE4-1695-4DD6-9758-84FFE963D6AE}"/>
              </a:ext>
            </a:extLst>
          </p:cNvPr>
          <p:cNvSpPr>
            <a:spLocks noGrp="1"/>
          </p:cNvSpPr>
          <p:nvPr>
            <p:ph type="dt" sz="half" idx="2"/>
          </p:nvPr>
        </p:nvSpPr>
        <p:spPr>
          <a:xfrm>
            <a:off x="276149"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pPr rtl="0"/>
            <a:fld id="{BF6F1579-867D-4427-94F9-750278BE06EB}" type="datetime1">
              <a:rPr lang="en-GB" noProof="0" smtClean="0"/>
              <a:t>04/09/2025</a:t>
            </a:fld>
            <a:endParaRPr lang="en-GB" noProof="0"/>
          </a:p>
        </p:txBody>
      </p:sp>
      <p:sp>
        <p:nvSpPr>
          <p:cNvPr id="5" name="Footer Placeholder 4">
            <a:extLst>
              <a:ext uri="{FF2B5EF4-FFF2-40B4-BE49-F238E27FC236}">
                <a16:creationId xmlns:a16="http://schemas.microsoft.com/office/drawing/2014/main" id="{7B43250D-A8F9-4682-AD84-FD37BCAA6297}"/>
              </a:ext>
            </a:extLst>
          </p:cNvPr>
          <p:cNvSpPr>
            <a:spLocks noGrp="1"/>
          </p:cNvSpPr>
          <p:nvPr>
            <p:ph type="ftr" sz="quarter" idx="3"/>
          </p:nvPr>
        </p:nvSpPr>
        <p:spPr>
          <a:xfrm>
            <a:off x="3755136" y="7627621"/>
            <a:ext cx="7120128"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pPr rtl="0"/>
            <a:endParaRPr lang="en-GB" noProof="0"/>
          </a:p>
        </p:txBody>
      </p:sp>
      <p:sp>
        <p:nvSpPr>
          <p:cNvPr id="6" name="Slide Number Placeholder 5">
            <a:extLst>
              <a:ext uri="{FF2B5EF4-FFF2-40B4-BE49-F238E27FC236}">
                <a16:creationId xmlns:a16="http://schemas.microsoft.com/office/drawing/2014/main" id="{C5E1A788-841D-41AB-A983-152B6532F723}"/>
              </a:ext>
            </a:extLst>
          </p:cNvPr>
          <p:cNvSpPr>
            <a:spLocks noGrp="1"/>
          </p:cNvSpPr>
          <p:nvPr>
            <p:ph type="sldNum" sz="quarter" idx="4"/>
          </p:nvPr>
        </p:nvSpPr>
        <p:spPr>
          <a:xfrm>
            <a:off x="11062411"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pPr rtl="0"/>
            <a:fld id="{F4DE3823-CC86-4AC6-95C0-DC3ECA80FD88}" type="slidenum">
              <a:rPr lang="en-GB" noProof="0" smtClean="0"/>
              <a:t>‹#›</a:t>
            </a:fld>
            <a:endParaRPr lang="en-GB" noProof="0"/>
          </a:p>
        </p:txBody>
      </p:sp>
    </p:spTree>
    <p:extLst>
      <p:ext uri="{BB962C8B-B14F-4D97-AF65-F5344CB8AC3E}">
        <p14:creationId xmlns:p14="http://schemas.microsoft.com/office/powerpoint/2010/main" val="2056840760"/>
      </p:ext>
    </p:extLst>
  </p:cSld>
  <p:clrMap bg1="lt1" tx1="dk1" bg2="lt2" tx2="dk2" accent1="accent1" accent2="accent2" accent3="accent3" accent4="accent4" accent5="accent5" accent6="accent6" hlink="hlink" folHlink="folHlink"/>
  <p:sldLayoutIdLst>
    <p:sldLayoutId id="2147483665" r:id="rId1"/>
    <p:sldLayoutId id="2147483671" r:id="rId2"/>
    <p:sldLayoutId id="2147483670" r:id="rId3"/>
  </p:sldLayoutIdLst>
  <p:hf sldNum="0" hdr="0" ftr="0" dt="0"/>
  <p:txStyles>
    <p:titleStyle>
      <a:lvl1pPr algn="ctr" defTabSz="1097280" rtl="0" eaLnBrk="1" latinLnBrk="0" hangingPunct="1">
        <a:lnSpc>
          <a:spcPct val="90000"/>
        </a:lnSpc>
        <a:spcBef>
          <a:spcPts val="1200"/>
        </a:spcBef>
        <a:buNone/>
        <a:defRPr sz="4320" b="1" kern="1200" cap="all" baseline="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9A8A2B-AB2F-E013-077D-27A6AE58F8BB}"/>
              </a:ext>
            </a:extLst>
          </p:cNvPr>
          <p:cNvSpPr>
            <a:spLocks noGrp="1"/>
          </p:cNvSpPr>
          <p:nvPr>
            <p:ph type="body" sz="quarter" idx="11"/>
          </p:nvPr>
        </p:nvSpPr>
        <p:spPr>
          <a:xfrm>
            <a:off x="638174" y="1628844"/>
            <a:ext cx="9344025" cy="4971912"/>
          </a:xfrm>
        </p:spPr>
        <p:txBody>
          <a:bodyPr/>
          <a:lstStyle/>
          <a:p>
            <a:r>
              <a:rPr lang="en-US" sz="1860" dirty="0">
                <a:latin typeface="Gill Sans MT" panose="020B0502020104020203" pitchFamily="34" charset="0"/>
              </a:rPr>
              <a:t> Hello, I'm Erin David Cullen, 26 years old, based in Pretoria East.</a:t>
            </a:r>
          </a:p>
          <a:p>
            <a:pPr marL="342900" indent="-342900">
              <a:buFont typeface="Arial" panose="020B0604020202020204" pitchFamily="34" charset="0"/>
              <a:buChar char="•"/>
            </a:pPr>
            <a:r>
              <a:rPr lang="en-US" sz="1860" dirty="0">
                <a:latin typeface="Gill Sans MT" panose="020B0502020104020203" pitchFamily="34" charset="0"/>
              </a:rPr>
              <a:t>Business-minded: Grew up in entrepreneurial household, learned real operations from family conversations</a:t>
            </a:r>
          </a:p>
          <a:p>
            <a:endParaRPr lang="en-US" sz="1860" dirty="0">
              <a:latin typeface="Gill Sans MT" panose="020B0502020104020203" pitchFamily="34" charset="0"/>
            </a:endParaRPr>
          </a:p>
          <a:p>
            <a:pPr marL="342900" indent="-342900">
              <a:buFont typeface="Arial" panose="020B0604020202020204" pitchFamily="34" charset="0"/>
              <a:buChar char="•"/>
            </a:pPr>
            <a:r>
              <a:rPr lang="en-US" sz="1860" dirty="0">
                <a:latin typeface="Gill Sans MT" panose="020B0502020104020203" pitchFamily="34" charset="0"/>
              </a:rPr>
              <a:t>Results-focused: From these conversations, I learned to GET THINGS DONE. That's become how I approach problems in technology</a:t>
            </a:r>
          </a:p>
          <a:p>
            <a:endParaRPr lang="en-US" sz="1860" dirty="0">
              <a:latin typeface="Gill Sans MT" panose="020B0502020104020203" pitchFamily="34" charset="0"/>
            </a:endParaRPr>
          </a:p>
          <a:p>
            <a:pPr marL="342900" indent="-342900">
              <a:buFont typeface="Arial" panose="020B0604020202020204" pitchFamily="34" charset="0"/>
              <a:buChar char="•"/>
            </a:pPr>
            <a:r>
              <a:rPr lang="en-US" sz="1860" dirty="0">
                <a:latin typeface="Gill Sans MT" panose="020B0502020104020203" pitchFamily="34" charset="0"/>
              </a:rPr>
              <a:t>Detail-oriented: Focus on accuracy and precision in everything I build</a:t>
            </a:r>
          </a:p>
          <a:p>
            <a:endParaRPr lang="en-US" sz="1860" dirty="0">
              <a:latin typeface="Gill Sans MT" panose="020B0502020104020203" pitchFamily="34" charset="0"/>
            </a:endParaRPr>
          </a:p>
          <a:p>
            <a:pPr marL="342900" indent="-342900">
              <a:buFont typeface="Arial" panose="020B0604020202020204" pitchFamily="34" charset="0"/>
              <a:buChar char="•"/>
            </a:pPr>
            <a:r>
              <a:rPr lang="en-US" sz="1860" dirty="0">
                <a:latin typeface="Gill Sans MT" panose="020B0502020104020203" pitchFamily="34" charset="0"/>
              </a:rPr>
              <a:t>Driven: Push for excellence because if my name is on it, it needs to be right</a:t>
            </a:r>
            <a:endParaRPr lang="en-GB" sz="1860" dirty="0">
              <a:latin typeface="Gill Sans MT" panose="020B0502020104020203" pitchFamily="34" charset="0"/>
            </a:endParaRPr>
          </a:p>
        </p:txBody>
      </p:sp>
      <p:sp>
        <p:nvSpPr>
          <p:cNvPr id="18" name="Title 17">
            <a:extLst>
              <a:ext uri="{FF2B5EF4-FFF2-40B4-BE49-F238E27FC236}">
                <a16:creationId xmlns:a16="http://schemas.microsoft.com/office/drawing/2014/main" id="{557199F5-EC2A-2A15-9D8D-8EBDA4D8F20D}"/>
              </a:ext>
            </a:extLst>
          </p:cNvPr>
          <p:cNvSpPr>
            <a:spLocks noGrp="1"/>
          </p:cNvSpPr>
          <p:nvPr>
            <p:ph type="title"/>
          </p:nvPr>
        </p:nvSpPr>
        <p:spPr>
          <a:xfrm>
            <a:off x="276149" y="548640"/>
            <a:ext cx="14078102" cy="1419720"/>
          </a:xfrm>
        </p:spPr>
        <p:txBody>
          <a:bodyPr/>
          <a:lstStyle/>
          <a:p>
            <a:r>
              <a:rPr lang="en-US" dirty="0">
                <a:solidFill>
                  <a:srgbClr val="FF8AAF"/>
                </a:solidFill>
                <a:latin typeface="Gill Sans MT" panose="020B0502020104020203" pitchFamily="34" charset="0"/>
                <a:ea typeface="Petrona Bold" pitchFamily="34" charset="-122"/>
                <a:cs typeface="Petrona Bold" pitchFamily="34" charset="-120"/>
              </a:rPr>
              <a:t>About Me:</a:t>
            </a:r>
            <a:endParaRPr lang="en-GB" dirty="0">
              <a:latin typeface="Gill Sans MT" panose="020B0502020104020203" pitchFamily="34" charset="0"/>
            </a:endParaRPr>
          </a:p>
        </p:txBody>
      </p:sp>
      <p:pic>
        <p:nvPicPr>
          <p:cNvPr id="22" name="Picture 21" descr="A person with a mustache&#10;&#10;AI-generated content may be incorrect.">
            <a:extLst>
              <a:ext uri="{FF2B5EF4-FFF2-40B4-BE49-F238E27FC236}">
                <a16:creationId xmlns:a16="http://schemas.microsoft.com/office/drawing/2014/main" id="{1462D9AC-0D79-1340-BD8F-E1B57A4DFB04}"/>
              </a:ext>
            </a:extLst>
          </p:cNvPr>
          <p:cNvPicPr>
            <a:picLocks noChangeAspect="1"/>
          </p:cNvPicPr>
          <p:nvPr/>
        </p:nvPicPr>
        <p:blipFill>
          <a:blip r:embed="rId2"/>
          <a:stretch>
            <a:fillRect/>
          </a:stretch>
        </p:blipFill>
        <p:spPr>
          <a:xfrm>
            <a:off x="11041053" y="2374623"/>
            <a:ext cx="2099079" cy="2730045"/>
          </a:xfrm>
          <a:prstGeom prst="rect">
            <a:avLst/>
          </a:prstGeom>
          <a:solidFill>
            <a:srgbClr val="000000">
              <a:shade val="95000"/>
            </a:srgbClr>
          </a:solidFill>
          <a:ln w="444500" cap="sq">
            <a:solidFill>
              <a:srgbClr val="000000"/>
            </a:solidFill>
            <a:miter lim="800000"/>
          </a:ln>
          <a:effectLst>
            <a:outerShdw blurRad="152400" dist="317500" dir="5400000" sx="90000" sy="-19000" rotWithShape="0">
              <a:prstClr val="black">
                <a:alpha val="15000"/>
              </a:prstClr>
            </a:outerShdw>
          </a:effectLst>
        </p:spPr>
      </p:pic>
    </p:spTree>
    <p:extLst>
      <p:ext uri="{BB962C8B-B14F-4D97-AF65-F5344CB8AC3E}">
        <p14:creationId xmlns:p14="http://schemas.microsoft.com/office/powerpoint/2010/main" val="2742290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E6FB3-0802-BD8C-8790-F0B2EEA62CB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A1274E-F5C5-0CC8-238B-DE5CCC8895F8}"/>
              </a:ext>
            </a:extLst>
          </p:cNvPr>
          <p:cNvSpPr>
            <a:spLocks noGrp="1"/>
          </p:cNvSpPr>
          <p:nvPr>
            <p:ph type="body" sz="quarter" idx="11"/>
          </p:nvPr>
        </p:nvSpPr>
        <p:spPr>
          <a:xfrm>
            <a:off x="621814" y="1614537"/>
            <a:ext cx="9430386" cy="1419721"/>
          </a:xfrm>
        </p:spPr>
        <p:txBody>
          <a:bodyPr/>
          <a:lstStyle/>
          <a:p>
            <a:r>
              <a:rPr lang="en-US" sz="2000" b="1" dirty="0">
                <a:latin typeface="Gill Sans MT" panose="020B0502020104020203" pitchFamily="34" charset="0"/>
              </a:rPr>
              <a:t>Why I Chose IT</a:t>
            </a:r>
          </a:p>
          <a:p>
            <a:r>
              <a:rPr lang="en-US" sz="2000" b="1" dirty="0">
                <a:latin typeface="Gill Sans MT" panose="020B0502020104020203" pitchFamily="34" charset="0"/>
              </a:rPr>
              <a:t>Curiosity</a:t>
            </a:r>
            <a:r>
              <a:rPr lang="en-US" sz="2000" dirty="0">
                <a:latin typeface="Gill Sans MT" panose="020B0502020104020203" pitchFamily="34" charset="0"/>
              </a:rPr>
              <a:t> – Took apart my first PC at 6 years old</a:t>
            </a:r>
          </a:p>
          <a:p>
            <a:r>
              <a:rPr lang="en-US" sz="2000" b="1" dirty="0">
                <a:latin typeface="Gill Sans MT" panose="020B0502020104020203" pitchFamily="34" charset="0"/>
              </a:rPr>
              <a:t>Growth</a:t>
            </a:r>
            <a:r>
              <a:rPr lang="en-US" sz="2000" dirty="0">
                <a:latin typeface="Gill Sans MT" panose="020B0502020104020203" pitchFamily="34" charset="0"/>
              </a:rPr>
              <a:t> – From hardware tinkering to scripting &amp; automation</a:t>
            </a:r>
          </a:p>
          <a:p>
            <a:r>
              <a:rPr lang="en-US" sz="2000" b="1" dirty="0">
                <a:latin typeface="Gill Sans MT" panose="020B0502020104020203" pitchFamily="34" charset="0"/>
              </a:rPr>
              <a:t>Impact</a:t>
            </a:r>
            <a:r>
              <a:rPr lang="en-US" sz="2000" dirty="0">
                <a:latin typeface="Gill Sans MT" panose="020B0502020104020203" pitchFamily="34" charset="0"/>
              </a:rPr>
              <a:t> – Built real systems for my family’s business</a:t>
            </a:r>
          </a:p>
          <a:p>
            <a:r>
              <a:rPr lang="en-US" sz="2000" b="1" dirty="0">
                <a:latin typeface="Gill Sans MT" panose="020B0502020104020203" pitchFamily="34" charset="0"/>
              </a:rPr>
              <a:t>Turning Point</a:t>
            </a:r>
            <a:r>
              <a:rPr lang="en-US" sz="2000" dirty="0">
                <a:latin typeface="Gill Sans MT" panose="020B0502020104020203" pitchFamily="34" charset="0"/>
              </a:rPr>
              <a:t> – Realized I needed deeper IT skills to build better, scalable systems</a:t>
            </a:r>
          </a:p>
          <a:p>
            <a:r>
              <a:rPr lang="en-US" sz="2000" b="1" dirty="0">
                <a:latin typeface="Gill Sans MT" panose="020B0502020104020203" pitchFamily="34" charset="0"/>
              </a:rPr>
              <a:t>Reason</a:t>
            </a:r>
            <a:r>
              <a:rPr lang="en-US" sz="2000" dirty="0">
                <a:latin typeface="Gill Sans MT" panose="020B0502020104020203" pitchFamily="34" charset="0"/>
              </a:rPr>
              <a:t> – To combine logic + creativity into practical solutions</a:t>
            </a:r>
          </a:p>
        </p:txBody>
      </p:sp>
      <p:sp>
        <p:nvSpPr>
          <p:cNvPr id="18" name="Title 17">
            <a:extLst>
              <a:ext uri="{FF2B5EF4-FFF2-40B4-BE49-F238E27FC236}">
                <a16:creationId xmlns:a16="http://schemas.microsoft.com/office/drawing/2014/main" id="{9C32BCDD-AF46-20CA-9E05-D9B7F4107230}"/>
              </a:ext>
            </a:extLst>
          </p:cNvPr>
          <p:cNvSpPr>
            <a:spLocks noGrp="1"/>
          </p:cNvSpPr>
          <p:nvPr>
            <p:ph type="title"/>
          </p:nvPr>
        </p:nvSpPr>
        <p:spPr>
          <a:xfrm>
            <a:off x="276149" y="548640"/>
            <a:ext cx="14078102" cy="1419720"/>
          </a:xfrm>
        </p:spPr>
        <p:txBody>
          <a:bodyPr/>
          <a:lstStyle/>
          <a:p>
            <a:pPr algn="l">
              <a:lnSpc>
                <a:spcPts val="4920"/>
              </a:lnSpc>
            </a:pPr>
            <a:r>
              <a:rPr lang="en-US" dirty="0">
                <a:solidFill>
                  <a:srgbClr val="FF8AAF"/>
                </a:solidFill>
                <a:latin typeface="Gill Sans MT" panose="020B0502020104020203" pitchFamily="34" charset="0"/>
                <a:ea typeface="Petrona Bold" pitchFamily="34" charset="-122"/>
                <a:cs typeface="Petrona Bold" pitchFamily="34" charset="-120"/>
              </a:rPr>
              <a:t>My Passion for IT: A Lifelong Journey</a:t>
            </a:r>
            <a:endParaRPr lang="en-US" dirty="0">
              <a:latin typeface="Gill Sans MT" panose="020B0502020104020203" pitchFamily="34" charset="0"/>
            </a:endParaRPr>
          </a:p>
        </p:txBody>
      </p:sp>
    </p:spTree>
    <p:extLst>
      <p:ext uri="{BB962C8B-B14F-4D97-AF65-F5344CB8AC3E}">
        <p14:creationId xmlns:p14="http://schemas.microsoft.com/office/powerpoint/2010/main" val="2292411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CB613-6105-EC99-049F-A6A4A568D6E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0CBC7C8-A153-D1CC-A6E7-B6BB402CF04C}"/>
              </a:ext>
            </a:extLst>
          </p:cNvPr>
          <p:cNvPicPr>
            <a:picLocks noChangeAspect="1"/>
          </p:cNvPicPr>
          <p:nvPr/>
        </p:nvPicPr>
        <p:blipFill>
          <a:blip r:embed="rId3"/>
          <a:stretch>
            <a:fillRect/>
          </a:stretch>
        </p:blipFill>
        <p:spPr>
          <a:xfrm>
            <a:off x="909916" y="2064662"/>
            <a:ext cx="8379311" cy="2892857"/>
          </a:xfrm>
          <a:prstGeom prst="rect">
            <a:avLst/>
          </a:prstGeom>
        </p:spPr>
      </p:pic>
      <p:sp>
        <p:nvSpPr>
          <p:cNvPr id="4" name="Oval 3">
            <a:extLst>
              <a:ext uri="{FF2B5EF4-FFF2-40B4-BE49-F238E27FC236}">
                <a16:creationId xmlns:a16="http://schemas.microsoft.com/office/drawing/2014/main" id="{0AAD0717-2004-3800-A66E-9311A7304294}"/>
              </a:ext>
            </a:extLst>
          </p:cNvPr>
          <p:cNvSpPr/>
          <p:nvPr/>
        </p:nvSpPr>
        <p:spPr>
          <a:xfrm>
            <a:off x="4381154" y="2754862"/>
            <a:ext cx="1392696" cy="1392696"/>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320" b="1" dirty="0">
                <a:solidFill>
                  <a:srgbClr val="202EA8"/>
                </a:solidFill>
                <a:latin typeface="Gill Sans MT" panose="020B0502020104020203" pitchFamily="34" charset="0"/>
                <a:ea typeface="Petrona Bold" pitchFamily="34" charset="-122"/>
                <a:cs typeface="Petrona Bold" pitchFamily="34" charset="-120"/>
              </a:rPr>
              <a:t>Data</a:t>
            </a:r>
          </a:p>
          <a:p>
            <a:pPr algn="ctr"/>
            <a:r>
              <a:rPr lang="en-US" sz="1320" b="1" dirty="0">
                <a:solidFill>
                  <a:srgbClr val="202EA8"/>
                </a:solidFill>
                <a:latin typeface="Gill Sans MT" panose="020B0502020104020203" pitchFamily="34" charset="0"/>
                <a:ea typeface="Petrona Bold" pitchFamily="34" charset="-122"/>
                <a:cs typeface="Petrona Bold" pitchFamily="34" charset="-120"/>
              </a:rPr>
              <a:t>Analysis</a:t>
            </a:r>
          </a:p>
          <a:p>
            <a:pPr algn="ctr"/>
            <a:r>
              <a:rPr lang="en-US" sz="1320" b="1" dirty="0">
                <a:solidFill>
                  <a:srgbClr val="202EA8"/>
                </a:solidFill>
                <a:latin typeface="Gill Sans MT" panose="020B0502020104020203" pitchFamily="34" charset="0"/>
                <a:ea typeface="Petrona Bold" pitchFamily="34" charset="-122"/>
                <a:cs typeface="Petrona Bold" pitchFamily="34" charset="-120"/>
              </a:rPr>
              <a:t>Dashboard</a:t>
            </a:r>
            <a:endParaRPr lang="en-GB" sz="1320" dirty="0">
              <a:solidFill>
                <a:srgbClr val="202EA8"/>
              </a:solidFill>
              <a:latin typeface="Gill Sans MT" panose="020B0502020104020203" pitchFamily="34" charset="0"/>
            </a:endParaRPr>
          </a:p>
        </p:txBody>
      </p:sp>
      <p:sp>
        <p:nvSpPr>
          <p:cNvPr id="5" name="Oval 4">
            <a:extLst>
              <a:ext uri="{FF2B5EF4-FFF2-40B4-BE49-F238E27FC236}">
                <a16:creationId xmlns:a16="http://schemas.microsoft.com/office/drawing/2014/main" id="{93189725-889D-5B4D-12D5-DF4ED5C4BDDD}"/>
              </a:ext>
            </a:extLst>
          </p:cNvPr>
          <p:cNvSpPr/>
          <p:nvPr/>
        </p:nvSpPr>
        <p:spPr>
          <a:xfrm>
            <a:off x="7140134" y="2754862"/>
            <a:ext cx="1392696" cy="1392696"/>
          </a:xfrm>
          <a:prstGeom prst="ellips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20" b="1" dirty="0">
                <a:solidFill>
                  <a:srgbClr val="01B0EB"/>
                </a:solidFill>
                <a:latin typeface="Gill Sans MT" panose="020B0502020104020203" pitchFamily="34" charset="0"/>
                <a:ea typeface="Petrona Bold" pitchFamily="34" charset="-122"/>
                <a:cs typeface="Petrona Bold" pitchFamily="34" charset="-120"/>
              </a:rPr>
              <a:t>Linear</a:t>
            </a:r>
          </a:p>
          <a:p>
            <a:pPr algn="ctr"/>
            <a:r>
              <a:rPr lang="en-US" sz="1320" b="1" dirty="0">
                <a:solidFill>
                  <a:srgbClr val="01B0EB"/>
                </a:solidFill>
                <a:latin typeface="Gill Sans MT" panose="020B0502020104020203" pitchFamily="34" charset="0"/>
                <a:ea typeface="Petrona Bold" pitchFamily="34" charset="-122"/>
                <a:cs typeface="Petrona Bold" pitchFamily="34" charset="-120"/>
              </a:rPr>
              <a:t>Programming</a:t>
            </a:r>
          </a:p>
          <a:p>
            <a:pPr algn="ctr"/>
            <a:r>
              <a:rPr lang="en-US" sz="1320" b="1" dirty="0">
                <a:solidFill>
                  <a:srgbClr val="01B0EB"/>
                </a:solidFill>
                <a:latin typeface="Gill Sans MT" panose="020B0502020104020203" pitchFamily="34" charset="0"/>
                <a:ea typeface="Petrona Bold" pitchFamily="34" charset="-122"/>
                <a:cs typeface="Petrona Bold" pitchFamily="34" charset="-120"/>
              </a:rPr>
              <a:t>Solver</a:t>
            </a:r>
            <a:endParaRPr lang="en-GB" sz="1320" dirty="0">
              <a:solidFill>
                <a:srgbClr val="01B0EB"/>
              </a:solidFill>
              <a:latin typeface="Gill Sans MT" panose="020B0502020104020203" pitchFamily="34" charset="0"/>
            </a:endParaRPr>
          </a:p>
        </p:txBody>
      </p:sp>
      <p:sp>
        <p:nvSpPr>
          <p:cNvPr id="19" name="Oval 18">
            <a:extLst>
              <a:ext uri="{FF2B5EF4-FFF2-40B4-BE49-F238E27FC236}">
                <a16:creationId xmlns:a16="http://schemas.microsoft.com/office/drawing/2014/main" id="{D065833A-03A7-6743-CEE4-BB59E7BF0F8B}"/>
              </a:ext>
            </a:extLst>
          </p:cNvPr>
          <p:cNvSpPr/>
          <p:nvPr/>
        </p:nvSpPr>
        <p:spPr>
          <a:xfrm>
            <a:off x="1622174" y="2754862"/>
            <a:ext cx="1392696" cy="1392696"/>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320" b="1" dirty="0">
                <a:solidFill>
                  <a:srgbClr val="B74CCC"/>
                </a:solidFill>
                <a:latin typeface="Gill Sans MT" panose="020B0502020104020203" pitchFamily="34" charset="0"/>
                <a:ea typeface="Petrona Bold" pitchFamily="34" charset="-122"/>
                <a:cs typeface="Petrona Bold" pitchFamily="34" charset="-120"/>
              </a:rPr>
              <a:t>Nimbus</a:t>
            </a:r>
            <a:endParaRPr lang="en-GB" sz="1440" dirty="0">
              <a:solidFill>
                <a:srgbClr val="B74CCC"/>
              </a:solidFill>
              <a:latin typeface="Gill Sans MT" panose="020B0502020104020203" pitchFamily="34" charset="0"/>
            </a:endParaRPr>
          </a:p>
        </p:txBody>
      </p:sp>
      <p:sp>
        <p:nvSpPr>
          <p:cNvPr id="2" name="Oval 1" descr="timeline endpoints">
            <a:extLst>
              <a:ext uri="{FF2B5EF4-FFF2-40B4-BE49-F238E27FC236}">
                <a16:creationId xmlns:a16="http://schemas.microsoft.com/office/drawing/2014/main" id="{AB499962-041A-7C08-9616-20A7C16B7159}"/>
              </a:ext>
            </a:extLst>
          </p:cNvPr>
          <p:cNvSpPr/>
          <p:nvPr/>
        </p:nvSpPr>
        <p:spPr>
          <a:xfrm>
            <a:off x="829892" y="3340606"/>
            <a:ext cx="261710" cy="261710"/>
          </a:xfrm>
          <a:prstGeom prst="ellipse">
            <a:avLst/>
          </a:prstGeom>
          <a:solidFill>
            <a:schemeClr val="accent4"/>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592">
              <a:latin typeface="Gill Sans MT" panose="020B0502020104020203" pitchFamily="34" charset="0"/>
            </a:endParaRPr>
          </a:p>
        </p:txBody>
      </p:sp>
      <p:sp>
        <p:nvSpPr>
          <p:cNvPr id="3" name="Oval 2" descr="timeline endpoints">
            <a:extLst>
              <a:ext uri="{FF2B5EF4-FFF2-40B4-BE49-F238E27FC236}">
                <a16:creationId xmlns:a16="http://schemas.microsoft.com/office/drawing/2014/main" id="{13D70876-E9A6-CED1-1AA4-1DE4C9559F81}"/>
              </a:ext>
            </a:extLst>
          </p:cNvPr>
          <p:cNvSpPr/>
          <p:nvPr/>
        </p:nvSpPr>
        <p:spPr>
          <a:xfrm>
            <a:off x="9079182" y="3340606"/>
            <a:ext cx="261710" cy="261710"/>
          </a:xfrm>
          <a:prstGeom prst="ellipse">
            <a:avLst/>
          </a:prstGeom>
          <a:solidFill>
            <a:srgbClr val="0EABBA"/>
          </a:solidFill>
          <a:ln w="76200">
            <a:solidFill>
              <a:srgbClr val="0EAB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592">
              <a:solidFill>
                <a:srgbClr val="20A472"/>
              </a:solidFill>
              <a:latin typeface="Gill Sans MT" panose="020B0502020104020203" pitchFamily="34" charset="0"/>
            </a:endParaRPr>
          </a:p>
        </p:txBody>
      </p:sp>
      <p:sp>
        <p:nvSpPr>
          <p:cNvPr id="17" name="Text Placeholder 16">
            <a:extLst>
              <a:ext uri="{FF2B5EF4-FFF2-40B4-BE49-F238E27FC236}">
                <a16:creationId xmlns:a16="http://schemas.microsoft.com/office/drawing/2014/main" id="{5E99BE09-A1F5-A463-3F64-B7AE0321115D}"/>
              </a:ext>
            </a:extLst>
          </p:cNvPr>
          <p:cNvSpPr>
            <a:spLocks noGrp="1"/>
          </p:cNvSpPr>
          <p:nvPr>
            <p:ph type="body" sz="quarter" idx="11"/>
          </p:nvPr>
        </p:nvSpPr>
        <p:spPr>
          <a:xfrm>
            <a:off x="756920" y="5176881"/>
            <a:ext cx="2967132" cy="864000"/>
          </a:xfrm>
        </p:spPr>
        <p:txBody>
          <a:bodyPr rtlCol="0"/>
          <a:lstStyle/>
          <a:p>
            <a:pPr algn="ctr"/>
            <a:r>
              <a:rPr lang="en-US" b="1" dirty="0">
                <a:latin typeface="Gill Sans MT" panose="020B0502020104020203" pitchFamily="34" charset="0"/>
                <a:ea typeface="Inter"/>
                <a:cs typeface="Petrona Bold" pitchFamily="34" charset="-120"/>
              </a:rPr>
              <a:t>(Technical Project Lead)</a:t>
            </a:r>
          </a:p>
          <a:p>
            <a:r>
              <a:rPr lang="en-US" dirty="0">
                <a:latin typeface="Gill Sans MT" panose="020B0502020104020203" pitchFamily="34" charset="0"/>
                <a:ea typeface="Inter"/>
                <a:cs typeface="Inter" pitchFamily="34" charset="-120"/>
              </a:rPr>
              <a:t>Real-time drone navigation via natural language commands. NLP converts spoken instructions like "Go to the chair" into drone commands. Integrates YOLOv11 object detection, SLAM for 3D mapping, and PID control algorithms.</a:t>
            </a:r>
            <a:endParaRPr lang="en-GB" dirty="0">
              <a:latin typeface="Gill Sans MT" panose="020B0502020104020203" pitchFamily="34" charset="0"/>
              <a:ea typeface="Inter"/>
            </a:endParaRPr>
          </a:p>
        </p:txBody>
      </p:sp>
      <p:sp>
        <p:nvSpPr>
          <p:cNvPr id="20" name="Text Placeholder 19">
            <a:extLst>
              <a:ext uri="{FF2B5EF4-FFF2-40B4-BE49-F238E27FC236}">
                <a16:creationId xmlns:a16="http://schemas.microsoft.com/office/drawing/2014/main" id="{2492CE70-5EC2-257A-C86B-3FEDC39BC16C}"/>
              </a:ext>
            </a:extLst>
          </p:cNvPr>
          <p:cNvSpPr>
            <a:spLocks noGrp="1"/>
          </p:cNvSpPr>
          <p:nvPr>
            <p:ph type="body" sz="quarter" idx="13"/>
          </p:nvPr>
        </p:nvSpPr>
        <p:spPr>
          <a:xfrm>
            <a:off x="3703714" y="5176881"/>
            <a:ext cx="2808000" cy="864000"/>
          </a:xfrm>
        </p:spPr>
        <p:txBody>
          <a:bodyPr rtlCol="0"/>
          <a:lstStyle/>
          <a:p>
            <a:pPr algn="ctr"/>
            <a:r>
              <a:rPr lang="en-US" b="1" dirty="0">
                <a:latin typeface="Gill Sans MT" panose="020B0502020104020203" pitchFamily="34" charset="0"/>
                <a:ea typeface="Petrona Bold" pitchFamily="34" charset="-122"/>
                <a:cs typeface="Petrona Bold" pitchFamily="34" charset="-120"/>
              </a:rPr>
              <a:t>(Project Lead)</a:t>
            </a:r>
          </a:p>
          <a:p>
            <a:r>
              <a:rPr lang="en-US" dirty="0">
                <a:latin typeface="Gill Sans MT" panose="020B0502020104020203" pitchFamily="34" charset="0"/>
                <a:ea typeface="Inter" pitchFamily="34" charset="-122"/>
                <a:cs typeface="Inter" pitchFamily="34" charset="-120"/>
              </a:rPr>
              <a:t>End-to-end business intelligence using CRISP-DM methodology. Built complete pipeline from data cleaning through statistical modeling to interactive dashboards using R and Power BI.</a:t>
            </a:r>
            <a:endParaRPr lang="en-GB" dirty="0">
              <a:latin typeface="Gill Sans MT" panose="020B0502020104020203" pitchFamily="34" charset="0"/>
            </a:endParaRPr>
          </a:p>
        </p:txBody>
      </p:sp>
      <p:sp>
        <p:nvSpPr>
          <p:cNvPr id="22" name="Text Placeholder 21">
            <a:extLst>
              <a:ext uri="{FF2B5EF4-FFF2-40B4-BE49-F238E27FC236}">
                <a16:creationId xmlns:a16="http://schemas.microsoft.com/office/drawing/2014/main" id="{463A0015-76DC-2537-F969-07E5386495A8}"/>
              </a:ext>
            </a:extLst>
          </p:cNvPr>
          <p:cNvSpPr>
            <a:spLocks noGrp="1"/>
          </p:cNvSpPr>
          <p:nvPr>
            <p:ph type="body" sz="quarter" idx="15"/>
          </p:nvPr>
        </p:nvSpPr>
        <p:spPr>
          <a:xfrm>
            <a:off x="6454578" y="5176881"/>
            <a:ext cx="2886314" cy="864000"/>
          </a:xfrm>
        </p:spPr>
        <p:txBody>
          <a:bodyPr rtlCol="0"/>
          <a:lstStyle/>
          <a:p>
            <a:pPr algn="ctr"/>
            <a:r>
              <a:rPr lang="en-US" b="1" dirty="0">
                <a:latin typeface="Gill Sans MT" panose="020B0502020104020203" pitchFamily="34" charset="0"/>
                <a:ea typeface="Petrona Bold" pitchFamily="34" charset="-122"/>
                <a:cs typeface="Petrona Bold" pitchFamily="34" charset="-120"/>
              </a:rPr>
              <a:t>(Project Lead)</a:t>
            </a:r>
            <a:endParaRPr lang="en-US" b="1" dirty="0">
              <a:latin typeface="Gill Sans MT" panose="020B0502020104020203" pitchFamily="34" charset="0"/>
              <a:ea typeface="Petrona Bold" pitchFamily="34" charset="-122"/>
            </a:endParaRPr>
          </a:p>
          <a:p>
            <a:r>
              <a:rPr lang="en-US" dirty="0">
                <a:latin typeface="Gill Sans MT" panose="020B0502020104020203" pitchFamily="34" charset="0"/>
                <a:ea typeface="Inter" pitchFamily="34" charset="-122"/>
                <a:cs typeface="Inter" pitchFamily="34" charset="-120"/>
              </a:rPr>
              <a:t>Console-based optimization solver in C# with Primal Simplex and Branch &amp; Bound algorithms. Features full sensitivity analysis and detailed solution documentation.</a:t>
            </a:r>
            <a:endParaRPr lang="en-GB" dirty="0">
              <a:latin typeface="Gill Sans MT" panose="020B0502020104020203" pitchFamily="34" charset="0"/>
            </a:endParaRPr>
          </a:p>
        </p:txBody>
      </p:sp>
      <p:sp>
        <p:nvSpPr>
          <p:cNvPr id="34" name="Title 33">
            <a:extLst>
              <a:ext uri="{FF2B5EF4-FFF2-40B4-BE49-F238E27FC236}">
                <a16:creationId xmlns:a16="http://schemas.microsoft.com/office/drawing/2014/main" id="{53022E90-0D33-F3DB-AD3D-6BCC99E8ECD3}"/>
              </a:ext>
            </a:extLst>
          </p:cNvPr>
          <p:cNvSpPr>
            <a:spLocks noGrp="1"/>
          </p:cNvSpPr>
          <p:nvPr>
            <p:ph type="title"/>
          </p:nvPr>
        </p:nvSpPr>
        <p:spPr/>
        <p:txBody>
          <a:bodyPr rtlCol="0"/>
          <a:lstStyle/>
          <a:p>
            <a:pPr algn="l">
              <a:lnSpc>
                <a:spcPts val="4920"/>
              </a:lnSpc>
            </a:pPr>
            <a:r>
              <a:rPr lang="en-US" sz="3360" dirty="0">
                <a:solidFill>
                  <a:srgbClr val="FF8AAF"/>
                </a:solidFill>
                <a:latin typeface="Gill Sans MT" panose="020B0502020104020203" pitchFamily="34" charset="0"/>
                <a:ea typeface="Petrona Bold" pitchFamily="34" charset="-122"/>
                <a:cs typeface="Petrona Bold" pitchFamily="34" charset="-120"/>
              </a:rPr>
              <a:t>Academic Projects: Applying Technical Expertise</a:t>
            </a:r>
            <a:endParaRPr lang="en-US" sz="3360" dirty="0">
              <a:latin typeface="Gill Sans MT" panose="020B0502020104020203" pitchFamily="34" charset="0"/>
            </a:endParaRPr>
          </a:p>
        </p:txBody>
      </p:sp>
      <p:pic>
        <p:nvPicPr>
          <p:cNvPr id="7" name="Picture 6">
            <a:extLst>
              <a:ext uri="{FF2B5EF4-FFF2-40B4-BE49-F238E27FC236}">
                <a16:creationId xmlns:a16="http://schemas.microsoft.com/office/drawing/2014/main" id="{A05A472C-67BB-0F51-A1D8-7D4965C66CF1}"/>
              </a:ext>
            </a:extLst>
          </p:cNvPr>
          <p:cNvPicPr>
            <a:picLocks noChangeAspect="1"/>
          </p:cNvPicPr>
          <p:nvPr/>
        </p:nvPicPr>
        <p:blipFill>
          <a:blip r:embed="rId4"/>
          <a:stretch>
            <a:fillRect/>
          </a:stretch>
        </p:blipFill>
        <p:spPr>
          <a:xfrm>
            <a:off x="10001485" y="1691669"/>
            <a:ext cx="4201986" cy="2363617"/>
          </a:xfrm>
          <a:prstGeom prst="rect">
            <a:avLst/>
          </a:prstGeom>
        </p:spPr>
      </p:pic>
      <p:pic>
        <p:nvPicPr>
          <p:cNvPr id="8" name="Picture 7">
            <a:extLst>
              <a:ext uri="{FF2B5EF4-FFF2-40B4-BE49-F238E27FC236}">
                <a16:creationId xmlns:a16="http://schemas.microsoft.com/office/drawing/2014/main" id="{D75A5AA5-3326-1A71-4954-52EC24BD16F1}"/>
              </a:ext>
            </a:extLst>
          </p:cNvPr>
          <p:cNvPicPr>
            <a:picLocks noChangeAspect="1"/>
          </p:cNvPicPr>
          <p:nvPr/>
        </p:nvPicPr>
        <p:blipFill>
          <a:blip r:embed="rId5"/>
          <a:stretch>
            <a:fillRect/>
          </a:stretch>
        </p:blipFill>
        <p:spPr>
          <a:xfrm>
            <a:off x="10001485" y="4055286"/>
            <a:ext cx="4201986" cy="3817714"/>
          </a:xfrm>
          <a:prstGeom prst="rect">
            <a:avLst/>
          </a:prstGeom>
        </p:spPr>
      </p:pic>
    </p:spTree>
    <p:extLst>
      <p:ext uri="{BB962C8B-B14F-4D97-AF65-F5344CB8AC3E}">
        <p14:creationId xmlns:p14="http://schemas.microsoft.com/office/powerpoint/2010/main" val="146888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56337 0.00733 L -0.56337 0.00753 C -0.56304 0.01061 -0.5625 0.01408 -0.56228 0.01736 C -0.56055 0.03955 -0.56294 0.02508 -0.56033 0.03897 C -0.55979 0.04707 -0.55914 0.05768 -0.55784 0.06482 C -0.55729 0.06713 -0.55675 0.06945 -0.55653 0.07176 C -0.5561 0.07388 -0.55621 0.07639 -0.55588 0.07851 C -0.55556 0.07986 -0.55491 0.08063 -0.55458 0.08199 C -0.55425 0.08295 -0.55415 0.0843 -0.55393 0.08526 C -0.5535 0.08681 -0.55295 0.08816 -0.55274 0.08989 C -0.5523 0.09105 -0.55252 0.0924 -0.55208 0.09337 C -0.55154 0.09414 -0.55078 0.09472 -0.55013 0.0953 C -0.54926 0.1005 -0.54937 0.10282 -0.54698 0.10552 C -0.54633 0.10629 -0.54568 0.10629 -0.54503 0.10668 C -0.54438 0.10861 -0.54384 0.11073 -0.54308 0.11246 C -0.54221 0.11478 -0.53993 0.11767 -0.53863 0.11922 C -0.53765 0.12037 -0.53646 0.12134 -0.53559 0.12249 C -0.53364 0.125 -0.53169 0.1277 -0.52984 0.1306 C -0.52886 0.13175 -0.5281 0.13291 -0.52724 0.13388 C -0.52615 0.13503 -0.52517 0.13619 -0.52409 0.13735 C -0.52279 0.1387 -0.52062 0.1414 -0.51964 0.14275 C -0.51888 0.14391 -0.51845 0.14564 -0.51769 0.14622 C -0.51682 0.14719 -0.51563 0.14699 -0.51454 0.14738 C -0.51389 0.14815 -0.51324 0.14911 -0.51259 0.14969 C -0.51194 0.15027 -0.51129 0.15027 -0.51063 0.15085 C -0.50977 0.15182 -0.50912 0.15317 -0.50825 0.15413 C -0.50738 0.15509 -0.50369 0.15895 -0.5025 0.15992 C -0.50141 0.1605 -0.50044 0.16069 -0.49924 0.16088 C -0.49783 0.16204 -0.49631 0.16339 -0.49479 0.16435 C -0.48752 0.16918 -0.4911 0.16532 -0.4872 0.17014 C -0.47721 0.16976 -0.46734 0.16995 -0.45725 0.16898 C -0.45638 0.16879 -0.45573 0.16686 -0.45486 0.16667 C -0.45237 0.1657 -0.44976 0.1659 -0.44716 0.16551 C -0.44586 0.16474 -0.44466 0.16397 -0.44336 0.1632 C -0.44228 0.16281 -0.4413 0.16242 -0.44021 0.16204 C -0.43056 0.15895 -0.43544 0.16107 -0.42991 0.15876 C -0.42947 0.1576 -0.42893 0.15606 -0.42817 0.15529 C -0.42188 0.14931 -0.42654 0.15722 -0.42112 0.14969 C -0.42014 0.14834 -0.41938 0.14661 -0.41862 0.14506 C -0.41482 0.13908 -0.41537 0.14024 -0.41157 0.13619 C -0.41092 0.13465 -0.41037 0.13291 -0.40961 0.13175 C -0.40603 0.125 -0.40831 0.13638 -0.40321 0.12153 C -0.40278 0.11941 -0.40224 0.11767 -0.40148 0.11574 C -0.40028 0.11324 -0.39757 0.10899 -0.39757 0.10918 C -0.39638 0.10436 -0.39659 0.10436 -0.39442 0.10108 C -0.39388 0.10031 -0.39312 0.09973 -0.39247 0.09877 C -0.39182 0.09742 -0.39128 0.09587 -0.39063 0.09414 C -0.38998 0.09298 -0.38922 0.09221 -0.38867 0.09105 C -0.38281 0.07736 -0.38976 0.09047 -0.38292 0.07851 C -0.38227 0.07601 -0.38151 0.0733 -0.38108 0.0706 C -0.37869 0.05749 -0.38227 0.07176 -0.37912 0.06038 C -0.37739 0.04418 -0.37978 0.06443 -0.37717 0.05016 C -0.37695 0.04842 -0.37685 0.04649 -0.37652 0.04476 C -0.37489 0.03009 -0.37565 0.03897 -0.37478 0.02431 C -0.37424 0.00232 -0.37392 -0.01948 -0.37348 -0.04128 C -0.37348 -0.04321 -0.37316 -0.04514 -0.37283 -0.04707 C -0.3724 -0.04861 -0.37153 -0.04996 -0.37088 -0.05131 C -0.37044 -0.05362 -0.37034 -0.05633 -0.36968 -0.05825 C -0.36914 -0.0598 -0.36806 -0.06018 -0.36773 -0.06153 C -0.36502 -0.07156 -0.37023 -0.06404 -0.36393 -0.0706 C -0.36328 -0.07214 -0.36241 -0.0733 -0.36198 -0.07523 C -0.36155 -0.07677 -0.36209 -0.07947 -0.36133 -0.08082 C -0.35981 -0.0843 -0.35558 -0.08873 -0.35558 -0.08854 C -0.35493 -0.09066 -0.3546 -0.09278 -0.35373 -0.09452 C -0.35287 -0.09606 -0.35156 -0.09645 -0.35048 -0.09799 C -0.34983 -0.09876 -0.34918 -0.09992 -0.34874 -0.10108 C -0.34787 -0.10262 -0.34722 -0.10416 -0.34679 -0.10571 C -0.34549 -0.10918 -0.34494 -0.11227 -0.34299 -0.11477 C -0.34234 -0.11555 -0.34169 -0.11555 -0.34104 -0.11593 C -0.34028 -0.11709 -0.33919 -0.11805 -0.33843 -0.11921 C -0.33789 -0.12018 -0.33778 -0.12172 -0.33724 -0.12268 C -0.33648 -0.12384 -0.3354 -0.12384 -0.33464 -0.125 C -0.33399 -0.12596 -0.33355 -0.12751 -0.33279 -0.12828 C -0.33116 -0.12982 -0.32932 -0.1304 -0.32769 -0.13175 C -0.32541 -0.13387 -0.32075 -0.13927 -0.31749 -0.14197 C -0.31695 -0.14236 -0.3163 -0.14255 -0.31565 -0.14313 C -0.31391 -0.14429 -0.31228 -0.14506 -0.31055 -0.14622 C -0.30968 -0.14699 -0.30881 -0.14834 -0.30794 -0.14853 C -0.29037 -0.15586 -0.30252 -0.14969 -0.2908 -0.15316 C -0.28896 -0.15374 -0.287 -0.1547 -0.28505 -0.15528 C -0.2742 -0.15509 -0.26346 -0.15528 -0.25271 -0.15432 C -0.25011 -0.15413 -0.24892 -0.15065 -0.24696 -0.14853 C -0.24414 -0.14564 -0.24371 -0.14564 -0.24132 -0.14429 C -0.24067 -0.14313 -0.24002 -0.14197 -0.23937 -0.14082 C -0.23817 -0.13889 -0.23676 -0.13734 -0.23557 -0.13522 C -0.22982 -0.125 -0.23514 -0.13078 -0.22852 -0.125 C -0.22776 -0.12268 -0.22711 -0.12018 -0.22591 -0.11805 C -0.22515 -0.1167 -0.22016 -0.11149 -0.21897 -0.11014 C -0.21832 -0.10841 -0.21799 -0.10629 -0.21702 -0.10455 C -0.21669 -0.10378 -0.21571 -0.10416 -0.21528 -0.10339 C -0.21441 -0.10262 -0.21376 -0.10146 -0.21333 -0.09992 C -0.21246 -0.09838 -0.21181 -0.09626 -0.21137 -0.09452 C -0.21105 -0.09336 -0.21105 -0.0922 -0.21072 -0.09105 C -0.2092 -0.087 -0.20779 -0.08719 -0.20562 -0.0843 C -0.20497 -0.08333 -0.20443 -0.08198 -0.20378 -0.08082 C -0.19879 -0.06366 -0.20486 -0.08217 -0.19922 -0.0706 C -0.19835 -0.06867 -0.19792 -0.0652 -0.19738 -0.06269 C -0.19672 -0.0598 -0.19607 -0.05671 -0.19542 -0.05362 C -0.1951 -0.05131 -0.19466 -0.04899 -0.19412 -0.04707 C -0.19358 -0.04417 -0.19293 -0.04166 -0.19228 -0.03916 C -0.19206 -0.03684 -0.19206 -0.03453 -0.19162 -0.03221 C -0.19141 -0.03028 -0.19076 -0.02855 -0.19032 -0.02662 C -0.18761 -0.01196 -0.19249 -0.03395 -0.18837 -0.01639 C -0.18826 -0.01292 -0.18826 -0.00945 -0.18794 -0.00617 C -0.18761 -0.00463 -0.18674 -0.00347 -0.18663 -0.00193 C -0.18609 0.0027 -0.1862 0.00733 -0.18598 0.01177 C -0.18555 0.01852 -0.18501 0.02547 -0.18468 0.03222 C -0.1837 0.04938 -0.1849 0.0407 -0.18284 0.05247 C -0.18251 0.05479 -0.1824 0.05691 -0.18218 0.05922 C -0.18121 0.06559 -0.18056 0.06713 -0.17893 0.07292 C -0.17752 0.08777 -0.17969 0.0733 -0.17643 0.08314 C -0.17502 0.08719 -0.17405 0.09221 -0.17253 0.09645 C -0.17036 0.1034 -0.17133 0.1005 -0.16938 0.10552 C -0.16808 0.11497 -0.16992 0.10513 -0.16493 0.1169 C -0.16406 0.11902 -0.16406 0.12192 -0.16298 0.12365 C -0.16157 0.12616 -0.15951 0.12712 -0.15799 0.12944 C -0.15582 0.13233 -0.15473 0.13754 -0.15224 0.13966 C -0.14963 0.14159 -0.14063 0.14854 -0.13889 0.15085 C -0.13661 0.15394 -0.13607 0.15509 -0.13325 0.15645 C -0.13173 0.15722 -0.13021 0.15722 -0.1288 0.1576 L -0.11914 0.16088 C -0.11741 0.16204 -0.11589 0.16358 -0.11404 0.16435 C -0.10916 0.16667 -0.10569 0.16667 -0.1008 0.16783 C -0.09809 0.1686 -0.09527 0.16918 -0.09245 0.17014 C -0.08507 0.16976 -0.07758 0.16995 -0.07031 0.16898 C -0.06717 0.1686 -0.06532 0.16474 -0.06261 0.1632 C -0.06142 0.16242 -0.06001 0.16242 -0.05881 0.16204 C -0.05751 0.16088 -0.0561 0.16011 -0.05491 0.15876 C -0.05425 0.1578 -0.05382 0.15645 -0.05317 0.15529 C -0.0523 0.15413 -0.05143 0.15297 -0.05057 0.15182 C -0.04937 0.15066 -0.04807 0.14969 -0.04677 0.14854 C -0.04568 0.14738 -0.04471 0.14622 -0.04362 0.14506 C -0.04178 0.14333 -0.0395 0.14198 -0.03787 0.13966 C -0.03624 0.13696 -0.03527 0.1333 -0.03331 0.13175 C -0.03212 0.1306 -0.03071 0.12963 -0.02952 0.12828 C -0.02843 0.12655 -0.02745 0.12462 -0.02648 0.12249 C -0.02583 0.12153 -0.02496 0.12057 -0.02452 0.11922 C -0.02366 0.1169 -0.0229 0.11439 -0.02203 0.11246 C -0.02018 0.1088 -0.01628 0.10224 -0.01628 0.10243 C -0.01573 0.1007 -0.01552 0.09915 -0.01498 0.09761 C -0.01422 0.09568 -0.01313 0.09414 -0.01237 0.09221 C -0.01161 0.08951 -0.01129 0.08661 -0.01053 0.08411 C -0.00955 0.08102 -0.00836 0.07832 -0.00727 0.07504 C -0.00662 0.07292 -0.00608 0.0706 -0.00543 0.06829 C -0.00521 0.06597 -0.0051 0.06366 -0.00478 0.06154 C -0.00445 0.05922 -0.00391 0.05691 -0.00347 0.05479 C -0.00185 0.04495 -0.00412 0.05594 -0.00152 0.04476 C -0.00141 0.02855 -0.00109 0.01235 -0.00109 -0.00386 L -0.00109 -0.00366 " pathEditMode="relative" rAng="0" ptsTypes="AAAAAAAAAAAAAAAAAAAAAAAAAAAAAAAAAAAAAAAAAAAAAAAAAAAAAAAAAAAAAAAAAAAAAAAAAAAAAAAAAAAAAAAAAAAAAAAAAAAAAAAAAAAAAAAAAAAAAAAAAAAAAAAAAAAAAAAAAAAAAAAAAAAAA">
                                      <p:cBhvr>
                                        <p:cTn id="6" dur="2000" fill="hold"/>
                                        <p:tgtEl>
                                          <p:spTgt spid="3"/>
                                        </p:tgtEl>
                                        <p:attrNameLst>
                                          <p:attrName>ppt_x</p:attrName>
                                          <p:attrName>ppt_y</p:attrName>
                                        </p:attrNameLst>
                                      </p:cBhvr>
                                      <p:rCtr x="28114" y="0"/>
                                    </p:animMotion>
                                  </p:childTnLst>
                                </p:cTn>
                              </p:par>
                              <p:par>
                                <p:cTn id="7" presetID="22" presetClass="entr" presetSubtype="8" fill="hold"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2250"/>
                                        <p:tgtEl>
                                          <p:spTgt spid="10"/>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9"/>
                                        </p:tgtEl>
                                        <p:attrNameLst>
                                          <p:attrName>style.visibility</p:attrName>
                                        </p:attrNameLst>
                                      </p:cBhvr>
                                      <p:to>
                                        <p:strVal val="visible"/>
                                      </p:to>
                                    </p:set>
                                    <p:anim calcmode="lin" valueType="num">
                                      <p:cBhvr>
                                        <p:cTn id="12" dur="750" fill="hold"/>
                                        <p:tgtEl>
                                          <p:spTgt spid="19"/>
                                        </p:tgtEl>
                                        <p:attrNameLst>
                                          <p:attrName>ppt_w</p:attrName>
                                        </p:attrNameLst>
                                      </p:cBhvr>
                                      <p:tavLst>
                                        <p:tav tm="0">
                                          <p:val>
                                            <p:fltVal val="0"/>
                                          </p:val>
                                        </p:tav>
                                        <p:tav tm="100000">
                                          <p:val>
                                            <p:strVal val="#ppt_w"/>
                                          </p:val>
                                        </p:tav>
                                      </p:tavLst>
                                    </p:anim>
                                    <p:anim calcmode="lin" valueType="num">
                                      <p:cBhvr>
                                        <p:cTn id="13" dur="750" fill="hold"/>
                                        <p:tgtEl>
                                          <p:spTgt spid="19"/>
                                        </p:tgtEl>
                                        <p:attrNameLst>
                                          <p:attrName>ppt_h</p:attrName>
                                        </p:attrNameLst>
                                      </p:cBhvr>
                                      <p:tavLst>
                                        <p:tav tm="0">
                                          <p:val>
                                            <p:fltVal val="0"/>
                                          </p:val>
                                        </p:tav>
                                        <p:tav tm="100000">
                                          <p:val>
                                            <p:strVal val="#ppt_h"/>
                                          </p:val>
                                        </p:tav>
                                      </p:tavLst>
                                    </p:anim>
                                    <p:animEffect transition="in" filter="fade">
                                      <p:cBhvr>
                                        <p:cTn id="14" dur="750"/>
                                        <p:tgtEl>
                                          <p:spTgt spid="19"/>
                                        </p:tgtEl>
                                      </p:cBhvr>
                                    </p:animEffect>
                                  </p:childTnLst>
                                </p:cTn>
                              </p:par>
                              <p:par>
                                <p:cTn id="15" presetID="8" presetClass="emph" presetSubtype="0" fill="hold" grpId="1" nodeType="withEffect">
                                  <p:stCondLst>
                                    <p:cond delay="250"/>
                                  </p:stCondLst>
                                  <p:childTnLst>
                                    <p:animRot by="-21600000">
                                      <p:cBhvr>
                                        <p:cTn id="16" dur="750" fill="hold"/>
                                        <p:tgtEl>
                                          <p:spTgt spid="19"/>
                                        </p:tgtEl>
                                        <p:attrNameLst>
                                          <p:attrName>r</p:attrName>
                                        </p:attrNameLst>
                                      </p:cBhvr>
                                    </p:animRot>
                                  </p:childTnLst>
                                </p:cTn>
                              </p:par>
                              <p:par>
                                <p:cTn id="17" presetID="53" presetClass="entr" presetSubtype="16" fill="hold" grpId="0" nodeType="withEffect">
                                  <p:stCondLst>
                                    <p:cond delay="750"/>
                                  </p:stCondLst>
                                  <p:childTnLst>
                                    <p:set>
                                      <p:cBhvr>
                                        <p:cTn id="18" dur="1" fill="hold">
                                          <p:stCondLst>
                                            <p:cond delay="0"/>
                                          </p:stCondLst>
                                        </p:cTn>
                                        <p:tgtEl>
                                          <p:spTgt spid="4">
                                            <p:bg/>
                                          </p:spTgt>
                                        </p:tgtEl>
                                        <p:attrNameLst>
                                          <p:attrName>style.visibility</p:attrName>
                                        </p:attrNameLst>
                                      </p:cBhvr>
                                      <p:to>
                                        <p:strVal val="visible"/>
                                      </p:to>
                                    </p:set>
                                    <p:anim calcmode="lin" valueType="num">
                                      <p:cBhvr>
                                        <p:cTn id="19" dur="750" fill="hold"/>
                                        <p:tgtEl>
                                          <p:spTgt spid="4">
                                            <p:bg/>
                                          </p:spTgt>
                                        </p:tgtEl>
                                        <p:attrNameLst>
                                          <p:attrName>ppt_w</p:attrName>
                                        </p:attrNameLst>
                                      </p:cBhvr>
                                      <p:tavLst>
                                        <p:tav tm="0">
                                          <p:val>
                                            <p:fltVal val="0"/>
                                          </p:val>
                                        </p:tav>
                                        <p:tav tm="100000">
                                          <p:val>
                                            <p:strVal val="#ppt_w"/>
                                          </p:val>
                                        </p:tav>
                                      </p:tavLst>
                                    </p:anim>
                                    <p:anim calcmode="lin" valueType="num">
                                      <p:cBhvr>
                                        <p:cTn id="20" dur="750" fill="hold"/>
                                        <p:tgtEl>
                                          <p:spTgt spid="4">
                                            <p:bg/>
                                          </p:spTgt>
                                        </p:tgtEl>
                                        <p:attrNameLst>
                                          <p:attrName>ppt_h</p:attrName>
                                        </p:attrNameLst>
                                      </p:cBhvr>
                                      <p:tavLst>
                                        <p:tav tm="0">
                                          <p:val>
                                            <p:fltVal val="0"/>
                                          </p:val>
                                        </p:tav>
                                        <p:tav tm="100000">
                                          <p:val>
                                            <p:strVal val="#ppt_h"/>
                                          </p:val>
                                        </p:tav>
                                      </p:tavLst>
                                    </p:anim>
                                    <p:animEffect transition="in" filter="fade">
                                      <p:cBhvr>
                                        <p:cTn id="21" dur="750"/>
                                        <p:tgtEl>
                                          <p:spTgt spid="4">
                                            <p:bg/>
                                          </p:spTgt>
                                        </p:tgtEl>
                                      </p:cBhvr>
                                    </p:animEffect>
                                  </p:childTnLst>
                                </p:cTn>
                              </p:par>
                              <p:par>
                                <p:cTn id="22" presetID="53" presetClass="entr" presetSubtype="16" fill="hold" grpId="0" nodeType="withEffect">
                                  <p:stCondLst>
                                    <p:cond delay="750"/>
                                  </p:stCondLst>
                                  <p:childTnLst>
                                    <p:set>
                                      <p:cBhvr>
                                        <p:cTn id="23" dur="1" fill="hold">
                                          <p:stCondLst>
                                            <p:cond delay="0"/>
                                          </p:stCondLst>
                                        </p:cTn>
                                        <p:tgtEl>
                                          <p:spTgt spid="4">
                                            <p:txEl>
                                              <p:pRg st="0" end="0"/>
                                            </p:txEl>
                                          </p:spTgt>
                                        </p:tgtEl>
                                        <p:attrNameLst>
                                          <p:attrName>style.visibility</p:attrName>
                                        </p:attrNameLst>
                                      </p:cBhvr>
                                      <p:to>
                                        <p:strVal val="visible"/>
                                      </p:to>
                                    </p:set>
                                    <p:anim calcmode="lin" valueType="num">
                                      <p:cBhvr>
                                        <p:cTn id="24" dur="750" fill="hold"/>
                                        <p:tgtEl>
                                          <p:spTgt spid="4">
                                            <p:txEl>
                                              <p:pRg st="0" end="0"/>
                                            </p:txEl>
                                          </p:spTgt>
                                        </p:tgtEl>
                                        <p:attrNameLst>
                                          <p:attrName>ppt_w</p:attrName>
                                        </p:attrNameLst>
                                      </p:cBhvr>
                                      <p:tavLst>
                                        <p:tav tm="0">
                                          <p:val>
                                            <p:fltVal val="0"/>
                                          </p:val>
                                        </p:tav>
                                        <p:tav tm="100000">
                                          <p:val>
                                            <p:strVal val="#ppt_w"/>
                                          </p:val>
                                        </p:tav>
                                      </p:tavLst>
                                    </p:anim>
                                    <p:anim calcmode="lin" valueType="num">
                                      <p:cBhvr>
                                        <p:cTn id="25" dur="75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6" dur="750"/>
                                        <p:tgtEl>
                                          <p:spTgt spid="4">
                                            <p:txEl>
                                              <p:pRg st="0" end="0"/>
                                            </p:txEl>
                                          </p:spTgt>
                                        </p:tgtEl>
                                      </p:cBhvr>
                                    </p:animEffect>
                                  </p:childTnLst>
                                </p:cTn>
                              </p:par>
                              <p:par>
                                <p:cTn id="27" presetID="53" presetClass="entr" presetSubtype="16" fill="hold" grpId="0" nodeType="withEffect">
                                  <p:stCondLst>
                                    <p:cond delay="750"/>
                                  </p:stCondLst>
                                  <p:childTnLst>
                                    <p:set>
                                      <p:cBhvr>
                                        <p:cTn id="28" dur="1" fill="hold">
                                          <p:stCondLst>
                                            <p:cond delay="0"/>
                                          </p:stCondLst>
                                        </p:cTn>
                                        <p:tgtEl>
                                          <p:spTgt spid="4">
                                            <p:txEl>
                                              <p:pRg st="1" end="1"/>
                                            </p:txEl>
                                          </p:spTgt>
                                        </p:tgtEl>
                                        <p:attrNameLst>
                                          <p:attrName>style.visibility</p:attrName>
                                        </p:attrNameLst>
                                      </p:cBhvr>
                                      <p:to>
                                        <p:strVal val="visible"/>
                                      </p:to>
                                    </p:set>
                                    <p:anim calcmode="lin" valueType="num">
                                      <p:cBhvr>
                                        <p:cTn id="29" dur="750" fill="hold"/>
                                        <p:tgtEl>
                                          <p:spTgt spid="4">
                                            <p:txEl>
                                              <p:pRg st="1" end="1"/>
                                            </p:txEl>
                                          </p:spTgt>
                                        </p:tgtEl>
                                        <p:attrNameLst>
                                          <p:attrName>ppt_w</p:attrName>
                                        </p:attrNameLst>
                                      </p:cBhvr>
                                      <p:tavLst>
                                        <p:tav tm="0">
                                          <p:val>
                                            <p:fltVal val="0"/>
                                          </p:val>
                                        </p:tav>
                                        <p:tav tm="100000">
                                          <p:val>
                                            <p:strVal val="#ppt_w"/>
                                          </p:val>
                                        </p:tav>
                                      </p:tavLst>
                                    </p:anim>
                                    <p:anim calcmode="lin" valueType="num">
                                      <p:cBhvr>
                                        <p:cTn id="30" dur="75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31" dur="750"/>
                                        <p:tgtEl>
                                          <p:spTgt spid="4">
                                            <p:txEl>
                                              <p:pRg st="1" end="1"/>
                                            </p:txEl>
                                          </p:spTgt>
                                        </p:tgtEl>
                                      </p:cBhvr>
                                    </p:animEffect>
                                  </p:childTnLst>
                                </p:cTn>
                              </p:par>
                              <p:par>
                                <p:cTn id="32" presetID="53" presetClass="entr" presetSubtype="16" fill="hold" grpId="0" nodeType="withEffect">
                                  <p:stCondLst>
                                    <p:cond delay="750"/>
                                  </p:stCondLst>
                                  <p:childTnLst>
                                    <p:set>
                                      <p:cBhvr>
                                        <p:cTn id="33" dur="1" fill="hold">
                                          <p:stCondLst>
                                            <p:cond delay="0"/>
                                          </p:stCondLst>
                                        </p:cTn>
                                        <p:tgtEl>
                                          <p:spTgt spid="4">
                                            <p:txEl>
                                              <p:pRg st="2" end="2"/>
                                            </p:txEl>
                                          </p:spTgt>
                                        </p:tgtEl>
                                        <p:attrNameLst>
                                          <p:attrName>style.visibility</p:attrName>
                                        </p:attrNameLst>
                                      </p:cBhvr>
                                      <p:to>
                                        <p:strVal val="visible"/>
                                      </p:to>
                                    </p:set>
                                    <p:anim calcmode="lin" valueType="num">
                                      <p:cBhvr>
                                        <p:cTn id="34" dur="750" fill="hold"/>
                                        <p:tgtEl>
                                          <p:spTgt spid="4">
                                            <p:txEl>
                                              <p:pRg st="2" end="2"/>
                                            </p:txEl>
                                          </p:spTgt>
                                        </p:tgtEl>
                                        <p:attrNameLst>
                                          <p:attrName>ppt_w</p:attrName>
                                        </p:attrNameLst>
                                      </p:cBhvr>
                                      <p:tavLst>
                                        <p:tav tm="0">
                                          <p:val>
                                            <p:fltVal val="0"/>
                                          </p:val>
                                        </p:tav>
                                        <p:tav tm="100000">
                                          <p:val>
                                            <p:strVal val="#ppt_w"/>
                                          </p:val>
                                        </p:tav>
                                      </p:tavLst>
                                    </p:anim>
                                    <p:anim calcmode="lin" valueType="num">
                                      <p:cBhvr>
                                        <p:cTn id="35" dur="75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36" dur="750"/>
                                        <p:tgtEl>
                                          <p:spTgt spid="4">
                                            <p:txEl>
                                              <p:pRg st="2" end="2"/>
                                            </p:txEl>
                                          </p:spTgt>
                                        </p:tgtEl>
                                      </p:cBhvr>
                                    </p:animEffect>
                                  </p:childTnLst>
                                </p:cTn>
                              </p:par>
                              <p:par>
                                <p:cTn id="37" presetID="8" presetClass="emph" presetSubtype="0" fill="hold" grpId="1" nodeType="withEffect">
                                  <p:stCondLst>
                                    <p:cond delay="750"/>
                                  </p:stCondLst>
                                  <p:childTnLst>
                                    <p:animRot by="21600000">
                                      <p:cBhvr>
                                        <p:cTn id="38" dur="750" fill="hold"/>
                                        <p:tgtEl>
                                          <p:spTgt spid="4">
                                            <p:bg/>
                                          </p:spTgt>
                                        </p:tgtEl>
                                        <p:attrNameLst>
                                          <p:attrName>r</p:attrName>
                                        </p:attrNameLst>
                                      </p:cBhvr>
                                    </p:animRot>
                                  </p:childTnLst>
                                </p:cTn>
                              </p:par>
                              <p:par>
                                <p:cTn id="39" presetID="8" presetClass="emph" presetSubtype="0" fill="hold" grpId="1" nodeType="withEffect">
                                  <p:stCondLst>
                                    <p:cond delay="750"/>
                                  </p:stCondLst>
                                  <p:childTnLst>
                                    <p:animRot by="21600000">
                                      <p:cBhvr>
                                        <p:cTn id="40" dur="750" fill="hold"/>
                                        <p:tgtEl>
                                          <p:spTgt spid="4">
                                            <p:txEl>
                                              <p:pRg st="0" end="0"/>
                                            </p:txEl>
                                          </p:spTgt>
                                        </p:tgtEl>
                                        <p:attrNameLst>
                                          <p:attrName>r</p:attrName>
                                        </p:attrNameLst>
                                      </p:cBhvr>
                                    </p:animRot>
                                  </p:childTnLst>
                                </p:cTn>
                              </p:par>
                              <p:par>
                                <p:cTn id="41" presetID="8" presetClass="emph" presetSubtype="0" fill="hold" grpId="1" nodeType="withEffect">
                                  <p:stCondLst>
                                    <p:cond delay="750"/>
                                  </p:stCondLst>
                                  <p:childTnLst>
                                    <p:animRot by="21600000">
                                      <p:cBhvr>
                                        <p:cTn id="42" dur="750" fill="hold"/>
                                        <p:tgtEl>
                                          <p:spTgt spid="4">
                                            <p:txEl>
                                              <p:pRg st="1" end="1"/>
                                            </p:txEl>
                                          </p:spTgt>
                                        </p:tgtEl>
                                        <p:attrNameLst>
                                          <p:attrName>r</p:attrName>
                                        </p:attrNameLst>
                                      </p:cBhvr>
                                    </p:animRot>
                                  </p:childTnLst>
                                </p:cTn>
                              </p:par>
                              <p:par>
                                <p:cTn id="43" presetID="8" presetClass="emph" presetSubtype="0" fill="hold" grpId="1" nodeType="withEffect">
                                  <p:stCondLst>
                                    <p:cond delay="750"/>
                                  </p:stCondLst>
                                  <p:childTnLst>
                                    <p:animRot by="21600000">
                                      <p:cBhvr>
                                        <p:cTn id="44" dur="750" fill="hold"/>
                                        <p:tgtEl>
                                          <p:spTgt spid="4">
                                            <p:txEl>
                                              <p:pRg st="2" end="2"/>
                                            </p:txEl>
                                          </p:spTgt>
                                        </p:tgtEl>
                                        <p:attrNameLst>
                                          <p:attrName>r</p:attrName>
                                        </p:attrNameLst>
                                      </p:cBhvr>
                                    </p:animRot>
                                  </p:childTnLst>
                                </p:cTn>
                              </p:par>
                              <p:par>
                                <p:cTn id="45" presetID="53" presetClass="entr" presetSubtype="16" fill="hold" grpId="0" nodeType="withEffect">
                                  <p:stCondLst>
                                    <p:cond delay="1250"/>
                                  </p:stCondLst>
                                  <p:childTnLst>
                                    <p:set>
                                      <p:cBhvr>
                                        <p:cTn id="46" dur="1" fill="hold">
                                          <p:stCondLst>
                                            <p:cond delay="0"/>
                                          </p:stCondLst>
                                        </p:cTn>
                                        <p:tgtEl>
                                          <p:spTgt spid="5"/>
                                        </p:tgtEl>
                                        <p:attrNameLst>
                                          <p:attrName>style.visibility</p:attrName>
                                        </p:attrNameLst>
                                      </p:cBhvr>
                                      <p:to>
                                        <p:strVal val="visible"/>
                                      </p:to>
                                    </p:set>
                                    <p:anim calcmode="lin" valueType="num">
                                      <p:cBhvr>
                                        <p:cTn id="47" dur="750" fill="hold"/>
                                        <p:tgtEl>
                                          <p:spTgt spid="5"/>
                                        </p:tgtEl>
                                        <p:attrNameLst>
                                          <p:attrName>ppt_w</p:attrName>
                                        </p:attrNameLst>
                                      </p:cBhvr>
                                      <p:tavLst>
                                        <p:tav tm="0">
                                          <p:val>
                                            <p:fltVal val="0"/>
                                          </p:val>
                                        </p:tav>
                                        <p:tav tm="100000">
                                          <p:val>
                                            <p:strVal val="#ppt_w"/>
                                          </p:val>
                                        </p:tav>
                                      </p:tavLst>
                                    </p:anim>
                                    <p:anim calcmode="lin" valueType="num">
                                      <p:cBhvr>
                                        <p:cTn id="48" dur="750" fill="hold"/>
                                        <p:tgtEl>
                                          <p:spTgt spid="5"/>
                                        </p:tgtEl>
                                        <p:attrNameLst>
                                          <p:attrName>ppt_h</p:attrName>
                                        </p:attrNameLst>
                                      </p:cBhvr>
                                      <p:tavLst>
                                        <p:tav tm="0">
                                          <p:val>
                                            <p:fltVal val="0"/>
                                          </p:val>
                                        </p:tav>
                                        <p:tav tm="100000">
                                          <p:val>
                                            <p:strVal val="#ppt_h"/>
                                          </p:val>
                                        </p:tav>
                                      </p:tavLst>
                                    </p:anim>
                                    <p:animEffect transition="in" filter="fade">
                                      <p:cBhvr>
                                        <p:cTn id="49" dur="750"/>
                                        <p:tgtEl>
                                          <p:spTgt spid="5"/>
                                        </p:tgtEl>
                                      </p:cBhvr>
                                    </p:animEffect>
                                  </p:childTnLst>
                                </p:cTn>
                              </p:par>
                              <p:par>
                                <p:cTn id="50" presetID="8" presetClass="emph" presetSubtype="0" fill="hold" grpId="1" nodeType="withEffect">
                                  <p:stCondLst>
                                    <p:cond delay="1250"/>
                                  </p:stCondLst>
                                  <p:childTnLst>
                                    <p:animRot by="-21600000">
                                      <p:cBhvr>
                                        <p:cTn id="51" dur="750" fill="hold"/>
                                        <p:tgtEl>
                                          <p:spTgt spid="5"/>
                                        </p:tgtEl>
                                        <p:attrNameLst>
                                          <p:attrName>r</p:attrName>
                                        </p:attrNameLst>
                                      </p:cBhvr>
                                    </p:animRot>
                                  </p:childTnLst>
                                </p:cTn>
                              </p:par>
                              <p:par>
                                <p:cTn id="52" presetID="22" presetClass="entr" presetSubtype="8" fill="hold" grpId="0" nodeType="withEffect">
                                  <p:stCondLst>
                                    <p:cond delay="250"/>
                                  </p:stCondLst>
                                  <p:childTnLst>
                                    <p:set>
                                      <p:cBhvr>
                                        <p:cTn id="53" dur="1" fill="hold">
                                          <p:stCondLst>
                                            <p:cond delay="0"/>
                                          </p:stCondLst>
                                        </p:cTn>
                                        <p:tgtEl>
                                          <p:spTgt spid="17">
                                            <p:txEl>
                                              <p:pRg st="0" end="0"/>
                                            </p:txEl>
                                          </p:spTgt>
                                        </p:tgtEl>
                                        <p:attrNameLst>
                                          <p:attrName>style.visibility</p:attrName>
                                        </p:attrNameLst>
                                      </p:cBhvr>
                                      <p:to>
                                        <p:strVal val="visible"/>
                                      </p:to>
                                    </p:set>
                                    <p:animEffect transition="in" filter="wipe(left)">
                                      <p:cBhvr>
                                        <p:cTn id="54" dur="500"/>
                                        <p:tgtEl>
                                          <p:spTgt spid="17">
                                            <p:txEl>
                                              <p:pRg st="0" end="0"/>
                                            </p:txEl>
                                          </p:spTgt>
                                        </p:tgtEl>
                                      </p:cBhvr>
                                    </p:animEffect>
                                  </p:childTnLst>
                                </p:cTn>
                              </p:par>
                              <p:par>
                                <p:cTn id="55" presetID="22" presetClass="entr" presetSubtype="8" fill="hold" grpId="0" nodeType="withEffect">
                                  <p:stCondLst>
                                    <p:cond delay="250"/>
                                  </p:stCondLst>
                                  <p:childTnLst>
                                    <p:set>
                                      <p:cBhvr>
                                        <p:cTn id="56" dur="1" fill="hold">
                                          <p:stCondLst>
                                            <p:cond delay="0"/>
                                          </p:stCondLst>
                                        </p:cTn>
                                        <p:tgtEl>
                                          <p:spTgt spid="17">
                                            <p:txEl>
                                              <p:pRg st="1" end="1"/>
                                            </p:txEl>
                                          </p:spTgt>
                                        </p:tgtEl>
                                        <p:attrNameLst>
                                          <p:attrName>style.visibility</p:attrName>
                                        </p:attrNameLst>
                                      </p:cBhvr>
                                      <p:to>
                                        <p:strVal val="visible"/>
                                      </p:to>
                                    </p:set>
                                    <p:animEffect transition="in" filter="wipe(left)">
                                      <p:cBhvr>
                                        <p:cTn id="57" dur="500"/>
                                        <p:tgtEl>
                                          <p:spTgt spid="17">
                                            <p:txEl>
                                              <p:pRg st="1" end="1"/>
                                            </p:txEl>
                                          </p:spTgt>
                                        </p:tgtEl>
                                      </p:cBhvr>
                                    </p:animEffect>
                                  </p:childTnLst>
                                </p:cTn>
                              </p:par>
                              <p:par>
                                <p:cTn id="58" presetID="22" presetClass="entr" presetSubtype="8" fill="hold" grpId="0" nodeType="withEffect">
                                  <p:stCondLst>
                                    <p:cond delay="750"/>
                                  </p:stCondLst>
                                  <p:childTnLst>
                                    <p:set>
                                      <p:cBhvr>
                                        <p:cTn id="59" dur="1" fill="hold">
                                          <p:stCondLst>
                                            <p:cond delay="0"/>
                                          </p:stCondLst>
                                        </p:cTn>
                                        <p:tgtEl>
                                          <p:spTgt spid="20">
                                            <p:txEl>
                                              <p:pRg st="0" end="0"/>
                                            </p:txEl>
                                          </p:spTgt>
                                        </p:tgtEl>
                                        <p:attrNameLst>
                                          <p:attrName>style.visibility</p:attrName>
                                        </p:attrNameLst>
                                      </p:cBhvr>
                                      <p:to>
                                        <p:strVal val="visible"/>
                                      </p:to>
                                    </p:set>
                                    <p:animEffect transition="in" filter="wipe(left)">
                                      <p:cBhvr>
                                        <p:cTn id="60" dur="500"/>
                                        <p:tgtEl>
                                          <p:spTgt spid="20">
                                            <p:txEl>
                                              <p:pRg st="0" end="0"/>
                                            </p:txEl>
                                          </p:spTgt>
                                        </p:tgtEl>
                                      </p:cBhvr>
                                    </p:animEffect>
                                  </p:childTnLst>
                                </p:cTn>
                              </p:par>
                              <p:par>
                                <p:cTn id="61" presetID="22" presetClass="entr" presetSubtype="8" fill="hold" grpId="0" nodeType="withEffect">
                                  <p:stCondLst>
                                    <p:cond delay="750"/>
                                  </p:stCondLst>
                                  <p:childTnLst>
                                    <p:set>
                                      <p:cBhvr>
                                        <p:cTn id="62" dur="1" fill="hold">
                                          <p:stCondLst>
                                            <p:cond delay="0"/>
                                          </p:stCondLst>
                                        </p:cTn>
                                        <p:tgtEl>
                                          <p:spTgt spid="20">
                                            <p:txEl>
                                              <p:pRg st="1" end="1"/>
                                            </p:txEl>
                                          </p:spTgt>
                                        </p:tgtEl>
                                        <p:attrNameLst>
                                          <p:attrName>style.visibility</p:attrName>
                                        </p:attrNameLst>
                                      </p:cBhvr>
                                      <p:to>
                                        <p:strVal val="visible"/>
                                      </p:to>
                                    </p:set>
                                    <p:animEffect transition="in" filter="wipe(left)">
                                      <p:cBhvr>
                                        <p:cTn id="63" dur="500"/>
                                        <p:tgtEl>
                                          <p:spTgt spid="20">
                                            <p:txEl>
                                              <p:pRg st="1" end="1"/>
                                            </p:txEl>
                                          </p:spTgt>
                                        </p:tgtEl>
                                      </p:cBhvr>
                                    </p:animEffect>
                                  </p:childTnLst>
                                </p:cTn>
                              </p:par>
                              <p:par>
                                <p:cTn id="64" presetID="22" presetClass="entr" presetSubtype="8" fill="hold" grpId="0" nodeType="withEffect">
                                  <p:stCondLst>
                                    <p:cond delay="1250"/>
                                  </p:stCondLst>
                                  <p:childTnLst>
                                    <p:set>
                                      <p:cBhvr>
                                        <p:cTn id="65" dur="1" fill="hold">
                                          <p:stCondLst>
                                            <p:cond delay="0"/>
                                          </p:stCondLst>
                                        </p:cTn>
                                        <p:tgtEl>
                                          <p:spTgt spid="22">
                                            <p:txEl>
                                              <p:pRg st="0" end="0"/>
                                            </p:txEl>
                                          </p:spTgt>
                                        </p:tgtEl>
                                        <p:attrNameLst>
                                          <p:attrName>style.visibility</p:attrName>
                                        </p:attrNameLst>
                                      </p:cBhvr>
                                      <p:to>
                                        <p:strVal val="visible"/>
                                      </p:to>
                                    </p:set>
                                    <p:animEffect transition="in" filter="wipe(left)">
                                      <p:cBhvr>
                                        <p:cTn id="66" dur="500"/>
                                        <p:tgtEl>
                                          <p:spTgt spid="22">
                                            <p:txEl>
                                              <p:pRg st="0" end="0"/>
                                            </p:txEl>
                                          </p:spTgt>
                                        </p:tgtEl>
                                      </p:cBhvr>
                                    </p:animEffect>
                                  </p:childTnLst>
                                </p:cTn>
                              </p:par>
                              <p:par>
                                <p:cTn id="67" presetID="22" presetClass="entr" presetSubtype="8" fill="hold" grpId="0" nodeType="withEffect">
                                  <p:stCondLst>
                                    <p:cond delay="1250"/>
                                  </p:stCondLst>
                                  <p:childTnLst>
                                    <p:set>
                                      <p:cBhvr>
                                        <p:cTn id="68" dur="1" fill="hold">
                                          <p:stCondLst>
                                            <p:cond delay="0"/>
                                          </p:stCondLst>
                                        </p:cTn>
                                        <p:tgtEl>
                                          <p:spTgt spid="22">
                                            <p:txEl>
                                              <p:pRg st="1" end="1"/>
                                            </p:txEl>
                                          </p:spTgt>
                                        </p:tgtEl>
                                        <p:attrNameLst>
                                          <p:attrName>style.visibility</p:attrName>
                                        </p:attrNameLst>
                                      </p:cBhvr>
                                      <p:to>
                                        <p:strVal val="visible"/>
                                      </p:to>
                                    </p:set>
                                    <p:animEffect transition="in" filter="wipe(left)">
                                      <p:cBhvr>
                                        <p:cTn id="69"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4" grpId="1" build="allAtOnce" animBg="1"/>
      <p:bldP spid="5" grpId="0" animBg="1"/>
      <p:bldP spid="5" grpId="1" animBg="1"/>
      <p:bldP spid="19" grpId="0" animBg="1"/>
      <p:bldP spid="19" grpId="1" animBg="1"/>
      <p:bldP spid="3" grpId="0" animBg="1"/>
      <p:bldP spid="17" grpId="0" build="p"/>
      <p:bldP spid="20" grpId="0" build="p"/>
      <p:bldP spid="2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C8963-0602-337F-5908-E7DDB8500C9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BA36844-5204-8CF7-13CE-A3F7FDFAA1D9}"/>
              </a:ext>
            </a:extLst>
          </p:cNvPr>
          <p:cNvPicPr>
            <a:picLocks noChangeAspect="1"/>
          </p:cNvPicPr>
          <p:nvPr/>
        </p:nvPicPr>
        <p:blipFill>
          <a:blip r:embed="rId3"/>
          <a:stretch>
            <a:fillRect/>
          </a:stretch>
        </p:blipFill>
        <p:spPr>
          <a:xfrm>
            <a:off x="944209" y="2062351"/>
            <a:ext cx="8379311" cy="2892857"/>
          </a:xfrm>
          <a:prstGeom prst="rect">
            <a:avLst/>
          </a:prstGeom>
        </p:spPr>
      </p:pic>
      <p:sp>
        <p:nvSpPr>
          <p:cNvPr id="4" name="Oval 3">
            <a:extLst>
              <a:ext uri="{FF2B5EF4-FFF2-40B4-BE49-F238E27FC236}">
                <a16:creationId xmlns:a16="http://schemas.microsoft.com/office/drawing/2014/main" id="{FB887FA5-B448-9D32-A131-797E401BA730}"/>
              </a:ext>
            </a:extLst>
          </p:cNvPr>
          <p:cNvSpPr/>
          <p:nvPr/>
        </p:nvSpPr>
        <p:spPr>
          <a:xfrm>
            <a:off x="4415447" y="2752551"/>
            <a:ext cx="1392696" cy="1392696"/>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320" b="1" dirty="0">
                <a:solidFill>
                  <a:srgbClr val="222EA8"/>
                </a:solidFill>
                <a:latin typeface="Gill Sans MT" panose="020B0502020104020203" pitchFamily="34" charset="0"/>
                <a:ea typeface="Petrona Bold" pitchFamily="34" charset="-122"/>
                <a:cs typeface="Petrona Bold" pitchFamily="34" charset="-120"/>
              </a:rPr>
              <a:t>Task</a:t>
            </a:r>
          </a:p>
          <a:p>
            <a:pPr algn="ctr"/>
            <a:r>
              <a:rPr lang="en-US" sz="1320" b="1" dirty="0">
                <a:solidFill>
                  <a:srgbClr val="222EA8"/>
                </a:solidFill>
                <a:latin typeface="Gill Sans MT" panose="020B0502020104020203" pitchFamily="34" charset="0"/>
                <a:ea typeface="Petrona Bold" pitchFamily="34" charset="-122"/>
                <a:cs typeface="Petrona Bold" pitchFamily="34" charset="-120"/>
              </a:rPr>
              <a:t>Management</a:t>
            </a:r>
          </a:p>
        </p:txBody>
      </p:sp>
      <p:sp>
        <p:nvSpPr>
          <p:cNvPr id="5" name="Oval 4">
            <a:extLst>
              <a:ext uri="{FF2B5EF4-FFF2-40B4-BE49-F238E27FC236}">
                <a16:creationId xmlns:a16="http://schemas.microsoft.com/office/drawing/2014/main" id="{AE5614FD-36A7-BBE4-206E-C3A8C6F6089C}"/>
              </a:ext>
            </a:extLst>
          </p:cNvPr>
          <p:cNvSpPr/>
          <p:nvPr/>
        </p:nvSpPr>
        <p:spPr>
          <a:xfrm>
            <a:off x="7174427" y="2752551"/>
            <a:ext cx="1392696" cy="1392696"/>
          </a:xfrm>
          <a:prstGeom prst="ellips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20" b="1" dirty="0">
                <a:solidFill>
                  <a:srgbClr val="02AFEA"/>
                </a:solidFill>
                <a:latin typeface="Gill Sans MT" panose="020B0502020104020203" pitchFamily="34" charset="0"/>
                <a:ea typeface="Petrona Bold" pitchFamily="34" charset="-122"/>
                <a:cs typeface="Petrona Bold" pitchFamily="34" charset="-120"/>
              </a:rPr>
              <a:t>Personal</a:t>
            </a:r>
          </a:p>
          <a:p>
            <a:pPr algn="ctr"/>
            <a:r>
              <a:rPr lang="en-US" sz="1320" b="1" dirty="0">
                <a:solidFill>
                  <a:srgbClr val="02AFEA"/>
                </a:solidFill>
                <a:latin typeface="Gill Sans MT" panose="020B0502020104020203" pitchFamily="34" charset="0"/>
                <a:ea typeface="Petrona Bold" pitchFamily="34" charset="-122"/>
                <a:cs typeface="Petrona Bold" pitchFamily="34" charset="-120"/>
              </a:rPr>
              <a:t>AI Assistant</a:t>
            </a:r>
            <a:endParaRPr lang="en-US" sz="1320" dirty="0">
              <a:solidFill>
                <a:srgbClr val="02AFEA"/>
              </a:solidFill>
              <a:latin typeface="Gill Sans MT" panose="020B0502020104020203" pitchFamily="34" charset="0"/>
            </a:endParaRPr>
          </a:p>
        </p:txBody>
      </p:sp>
      <p:sp>
        <p:nvSpPr>
          <p:cNvPr id="19" name="Oval 18">
            <a:extLst>
              <a:ext uri="{FF2B5EF4-FFF2-40B4-BE49-F238E27FC236}">
                <a16:creationId xmlns:a16="http://schemas.microsoft.com/office/drawing/2014/main" id="{175C3E38-842F-E26D-43F7-ACB28DCB0C1A}"/>
              </a:ext>
            </a:extLst>
          </p:cNvPr>
          <p:cNvSpPr/>
          <p:nvPr/>
        </p:nvSpPr>
        <p:spPr>
          <a:xfrm>
            <a:off x="1656467" y="2752551"/>
            <a:ext cx="1392696" cy="1392696"/>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320" b="1" dirty="0" err="1">
                <a:solidFill>
                  <a:srgbClr val="B13DC8"/>
                </a:solidFill>
                <a:latin typeface="Gill Sans MT" panose="020B0502020104020203" pitchFamily="34" charset="0"/>
                <a:ea typeface="Petrona Bold" pitchFamily="34" charset="-122"/>
                <a:cs typeface="Petrona Bold" pitchFamily="34" charset="-120"/>
              </a:rPr>
              <a:t>AetherFlow</a:t>
            </a:r>
            <a:endParaRPr lang="en-US" sz="1320" dirty="0">
              <a:solidFill>
                <a:srgbClr val="B13DC8"/>
              </a:solidFill>
              <a:latin typeface="Gill Sans MT" panose="020B0502020104020203" pitchFamily="34" charset="0"/>
            </a:endParaRPr>
          </a:p>
        </p:txBody>
      </p:sp>
      <p:sp>
        <p:nvSpPr>
          <p:cNvPr id="2" name="Oval 1" descr="timeline endpoints">
            <a:extLst>
              <a:ext uri="{FF2B5EF4-FFF2-40B4-BE49-F238E27FC236}">
                <a16:creationId xmlns:a16="http://schemas.microsoft.com/office/drawing/2014/main" id="{DE14D6F7-7BB2-D50E-8B85-DD914FD5363F}"/>
              </a:ext>
            </a:extLst>
          </p:cNvPr>
          <p:cNvSpPr/>
          <p:nvPr/>
        </p:nvSpPr>
        <p:spPr>
          <a:xfrm>
            <a:off x="864185" y="3338295"/>
            <a:ext cx="261710" cy="261710"/>
          </a:xfrm>
          <a:prstGeom prst="ellipse">
            <a:avLst/>
          </a:prstGeom>
          <a:solidFill>
            <a:schemeClr val="accent4"/>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592">
              <a:latin typeface="Gill Sans MT" panose="020B0502020104020203" pitchFamily="34" charset="0"/>
            </a:endParaRPr>
          </a:p>
        </p:txBody>
      </p:sp>
      <p:sp>
        <p:nvSpPr>
          <p:cNvPr id="3" name="Oval 2" descr="timeline endpoints">
            <a:extLst>
              <a:ext uri="{FF2B5EF4-FFF2-40B4-BE49-F238E27FC236}">
                <a16:creationId xmlns:a16="http://schemas.microsoft.com/office/drawing/2014/main" id="{D6F9186E-9F1F-8143-D1EF-57D533564672}"/>
              </a:ext>
            </a:extLst>
          </p:cNvPr>
          <p:cNvSpPr/>
          <p:nvPr/>
        </p:nvSpPr>
        <p:spPr>
          <a:xfrm>
            <a:off x="9113475" y="3338295"/>
            <a:ext cx="261710" cy="261710"/>
          </a:xfrm>
          <a:prstGeom prst="ellipse">
            <a:avLst/>
          </a:prstGeom>
          <a:solidFill>
            <a:srgbClr val="0EABBA"/>
          </a:solidFill>
          <a:ln w="76200">
            <a:solidFill>
              <a:srgbClr val="0EAB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2592">
              <a:solidFill>
                <a:srgbClr val="20A472"/>
              </a:solidFill>
              <a:latin typeface="Gill Sans MT" panose="020B0502020104020203" pitchFamily="34" charset="0"/>
            </a:endParaRPr>
          </a:p>
        </p:txBody>
      </p:sp>
      <p:sp>
        <p:nvSpPr>
          <p:cNvPr id="17" name="Text Placeholder 16">
            <a:extLst>
              <a:ext uri="{FF2B5EF4-FFF2-40B4-BE49-F238E27FC236}">
                <a16:creationId xmlns:a16="http://schemas.microsoft.com/office/drawing/2014/main" id="{7E4C8CF1-75D7-E255-F8C8-F25475514A3B}"/>
              </a:ext>
            </a:extLst>
          </p:cNvPr>
          <p:cNvSpPr>
            <a:spLocks noGrp="1"/>
          </p:cNvSpPr>
          <p:nvPr>
            <p:ph type="body" sz="quarter" idx="11"/>
          </p:nvPr>
        </p:nvSpPr>
        <p:spPr>
          <a:xfrm>
            <a:off x="950345" y="5174570"/>
            <a:ext cx="2808000" cy="864000"/>
          </a:xfrm>
        </p:spPr>
        <p:txBody>
          <a:bodyPr rtlCol="0"/>
          <a:lstStyle/>
          <a:p>
            <a:r>
              <a:rPr lang="en-US" dirty="0">
                <a:latin typeface="Gill Sans MT" panose="020B0502020104020203" pitchFamily="34" charset="0"/>
                <a:ea typeface="Petrona Bold" pitchFamily="34" charset="-122"/>
                <a:cs typeface="Petrona Bold" pitchFamily="34" charset="-120"/>
              </a:rPr>
              <a:t>Enterprise equipment hire management system using PostgreSQL, Python backend, and Next.js frontend. Features two-phase booking, automated driver scheduling, and intelligent equipment allocation.</a:t>
            </a:r>
          </a:p>
        </p:txBody>
      </p:sp>
      <p:sp>
        <p:nvSpPr>
          <p:cNvPr id="20" name="Text Placeholder 19">
            <a:extLst>
              <a:ext uri="{FF2B5EF4-FFF2-40B4-BE49-F238E27FC236}">
                <a16:creationId xmlns:a16="http://schemas.microsoft.com/office/drawing/2014/main" id="{BEB67204-420A-3741-3880-647F49845CF3}"/>
              </a:ext>
            </a:extLst>
          </p:cNvPr>
          <p:cNvSpPr>
            <a:spLocks noGrp="1"/>
          </p:cNvSpPr>
          <p:nvPr>
            <p:ph type="body" sz="quarter" idx="13"/>
          </p:nvPr>
        </p:nvSpPr>
        <p:spPr>
          <a:xfrm>
            <a:off x="3738007" y="5174570"/>
            <a:ext cx="2808000" cy="864000"/>
          </a:xfrm>
        </p:spPr>
        <p:txBody>
          <a:bodyPr rtlCol="0"/>
          <a:lstStyle/>
          <a:p>
            <a:r>
              <a:rPr lang="en-US" dirty="0">
                <a:latin typeface="Gill Sans MT" panose="020B0502020104020203" pitchFamily="34" charset="0"/>
                <a:ea typeface="Petrona Bold" pitchFamily="34" charset="-122"/>
                <a:cs typeface="Petrona Bold" pitchFamily="34" charset="-120"/>
              </a:rPr>
              <a:t>I Developed my own web based task management system that uses an online MongoDB that allows group members to see milestones and tasks live, select tasks to do and update progress on said tasks.</a:t>
            </a:r>
          </a:p>
          <a:p>
            <a:r>
              <a:rPr lang="en-US" dirty="0">
                <a:latin typeface="Gill Sans MT" panose="020B0502020104020203" pitchFamily="34" charset="0"/>
                <a:ea typeface="Petrona Bold" pitchFamily="34" charset="-122"/>
                <a:cs typeface="Petrona Bold" pitchFamily="34" charset="-120"/>
              </a:rPr>
              <a:t>This allows us to see who is doing what, and report on it, make sure that everyone is pulling their weight.</a:t>
            </a:r>
          </a:p>
        </p:txBody>
      </p:sp>
      <p:sp>
        <p:nvSpPr>
          <p:cNvPr id="22" name="Text Placeholder 21">
            <a:extLst>
              <a:ext uri="{FF2B5EF4-FFF2-40B4-BE49-F238E27FC236}">
                <a16:creationId xmlns:a16="http://schemas.microsoft.com/office/drawing/2014/main" id="{65976A1A-A8CA-EF13-9AB9-29709BB4C3E7}"/>
              </a:ext>
            </a:extLst>
          </p:cNvPr>
          <p:cNvSpPr>
            <a:spLocks noGrp="1"/>
          </p:cNvSpPr>
          <p:nvPr>
            <p:ph type="body" sz="quarter" idx="15"/>
          </p:nvPr>
        </p:nvSpPr>
        <p:spPr>
          <a:xfrm>
            <a:off x="6488871" y="5174570"/>
            <a:ext cx="2808000" cy="864000"/>
          </a:xfrm>
        </p:spPr>
        <p:txBody>
          <a:bodyPr rtlCol="0"/>
          <a:lstStyle/>
          <a:p>
            <a:r>
              <a:rPr lang="en-US" dirty="0">
                <a:latin typeface="Gill Sans MT" panose="020B0502020104020203" pitchFamily="34" charset="0"/>
                <a:ea typeface="Petrona Bold" pitchFamily="34" charset="-122"/>
                <a:cs typeface="Petrona Bold" pitchFamily="34" charset="-120"/>
              </a:rPr>
              <a:t>Local AI automation system using N8N workflow automation with </a:t>
            </a:r>
            <a:r>
              <a:rPr lang="en-US" dirty="0" err="1">
                <a:latin typeface="Gill Sans MT" panose="020B0502020104020203" pitchFamily="34" charset="0"/>
                <a:ea typeface="Petrona Bold" pitchFamily="34" charset="-122"/>
                <a:cs typeface="Petrona Bold" pitchFamily="34" charset="-120"/>
              </a:rPr>
              <a:t>Ollama</a:t>
            </a:r>
            <a:r>
              <a:rPr lang="en-US" dirty="0">
                <a:latin typeface="Gill Sans MT" panose="020B0502020104020203" pitchFamily="34" charset="0"/>
                <a:ea typeface="Petrona Bold" pitchFamily="34" charset="-122"/>
                <a:cs typeface="Petrona Bold" pitchFamily="34" charset="-120"/>
              </a:rPr>
              <a:t>. Handles email management, document summarization, and calendar scheduling while maintaining privacy.</a:t>
            </a:r>
          </a:p>
        </p:txBody>
      </p:sp>
      <p:sp>
        <p:nvSpPr>
          <p:cNvPr id="34" name="Title 33">
            <a:extLst>
              <a:ext uri="{FF2B5EF4-FFF2-40B4-BE49-F238E27FC236}">
                <a16:creationId xmlns:a16="http://schemas.microsoft.com/office/drawing/2014/main" id="{7AE90E6D-B5FF-E94E-5B4C-2FBEAD2BEB5D}"/>
              </a:ext>
            </a:extLst>
          </p:cNvPr>
          <p:cNvSpPr>
            <a:spLocks noGrp="1"/>
          </p:cNvSpPr>
          <p:nvPr>
            <p:ph type="title"/>
          </p:nvPr>
        </p:nvSpPr>
        <p:spPr/>
        <p:txBody>
          <a:bodyPr rtlCol="0"/>
          <a:lstStyle/>
          <a:p>
            <a:pPr algn="l">
              <a:lnSpc>
                <a:spcPts val="4920"/>
              </a:lnSpc>
            </a:pPr>
            <a:r>
              <a:rPr lang="en-US" sz="3360" dirty="0">
                <a:solidFill>
                  <a:srgbClr val="FF8AAF"/>
                </a:solidFill>
                <a:latin typeface="Gill Sans MT" panose="020B0502020104020203" pitchFamily="34" charset="0"/>
                <a:ea typeface="Petrona Bold" pitchFamily="34" charset="-122"/>
                <a:cs typeface="Petrona Bold" pitchFamily="34" charset="-120"/>
              </a:rPr>
              <a:t>Personal Projects: Driving Innovation</a:t>
            </a:r>
            <a:endParaRPr lang="en-US" sz="3360" dirty="0">
              <a:latin typeface="Gill Sans MT" panose="020B0502020104020203" pitchFamily="34" charset="0"/>
            </a:endParaRPr>
          </a:p>
        </p:txBody>
      </p:sp>
      <p:pic>
        <p:nvPicPr>
          <p:cNvPr id="7" name="Picture 6">
            <a:extLst>
              <a:ext uri="{FF2B5EF4-FFF2-40B4-BE49-F238E27FC236}">
                <a16:creationId xmlns:a16="http://schemas.microsoft.com/office/drawing/2014/main" id="{6D5AF717-DD1B-0BCD-DD2F-05756381C467}"/>
              </a:ext>
            </a:extLst>
          </p:cNvPr>
          <p:cNvPicPr>
            <a:picLocks noChangeAspect="1"/>
          </p:cNvPicPr>
          <p:nvPr/>
        </p:nvPicPr>
        <p:blipFill>
          <a:blip r:embed="rId4"/>
          <a:srcRect r="701" b="21005"/>
          <a:stretch>
            <a:fillRect/>
          </a:stretch>
        </p:blipFill>
        <p:spPr>
          <a:xfrm>
            <a:off x="10168527" y="383092"/>
            <a:ext cx="4185724" cy="2255333"/>
          </a:xfrm>
          <a:prstGeom prst="rect">
            <a:avLst/>
          </a:prstGeom>
        </p:spPr>
      </p:pic>
      <p:pic>
        <p:nvPicPr>
          <p:cNvPr id="9" name="Picture 8">
            <a:extLst>
              <a:ext uri="{FF2B5EF4-FFF2-40B4-BE49-F238E27FC236}">
                <a16:creationId xmlns:a16="http://schemas.microsoft.com/office/drawing/2014/main" id="{C34BD188-5CA8-09F6-6CFB-F73B7F8CD7ED}"/>
              </a:ext>
            </a:extLst>
          </p:cNvPr>
          <p:cNvPicPr>
            <a:picLocks noChangeAspect="1"/>
          </p:cNvPicPr>
          <p:nvPr/>
        </p:nvPicPr>
        <p:blipFill>
          <a:blip r:embed="rId5"/>
          <a:srcRect t="5067" b="32653"/>
          <a:stretch>
            <a:fillRect/>
          </a:stretch>
        </p:blipFill>
        <p:spPr>
          <a:xfrm>
            <a:off x="10168527" y="5531282"/>
            <a:ext cx="4182639" cy="2034727"/>
          </a:xfrm>
          <a:prstGeom prst="rect">
            <a:avLst/>
          </a:prstGeom>
        </p:spPr>
      </p:pic>
      <p:pic>
        <p:nvPicPr>
          <p:cNvPr id="6" name="Picture 5">
            <a:extLst>
              <a:ext uri="{FF2B5EF4-FFF2-40B4-BE49-F238E27FC236}">
                <a16:creationId xmlns:a16="http://schemas.microsoft.com/office/drawing/2014/main" id="{D4577A19-9B0C-E159-029E-11BED6E981B1}"/>
              </a:ext>
            </a:extLst>
          </p:cNvPr>
          <p:cNvPicPr>
            <a:picLocks noChangeAspect="1"/>
          </p:cNvPicPr>
          <p:nvPr/>
        </p:nvPicPr>
        <p:blipFill>
          <a:blip r:embed="rId6"/>
          <a:srcRect b="23973"/>
          <a:stretch>
            <a:fillRect/>
          </a:stretch>
        </p:blipFill>
        <p:spPr>
          <a:xfrm>
            <a:off x="10168527" y="2638425"/>
            <a:ext cx="4181370" cy="2892857"/>
          </a:xfrm>
          <a:prstGeom prst="rect">
            <a:avLst/>
          </a:prstGeom>
        </p:spPr>
      </p:pic>
    </p:spTree>
    <p:extLst>
      <p:ext uri="{BB962C8B-B14F-4D97-AF65-F5344CB8AC3E}">
        <p14:creationId xmlns:p14="http://schemas.microsoft.com/office/powerpoint/2010/main" val="333128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56337 0.00733 L -0.56337 0.00752 C -0.56305 0.01061 -0.5625 0.01408 -0.56229 0.01736 C -0.56055 0.03954 -0.56294 0.02508 -0.56033 0.03897 C -0.55979 0.04707 -0.55914 0.05768 -0.55784 0.06481 C -0.5573 0.06713 -0.55675 0.06944 -0.55654 0.07176 C -0.5561 0.07388 -0.55621 0.07639 -0.55589 0.07851 C -0.55556 0.07986 -0.55491 0.08063 -0.55458 0.08198 C -0.55426 0.08295 -0.55415 0.0843 -0.55393 0.08526 C -0.5535 0.0868 -0.55296 0.08816 -0.55274 0.08989 C -0.5523 0.09105 -0.55252 0.0924 -0.55209 0.09336 C -0.55154 0.09414 -0.55079 0.09471 -0.55013 0.09529 C -0.54927 0.1005 -0.54937 0.10282 -0.54699 0.10552 C -0.54634 0.10629 -0.54569 0.10629 -0.54503 0.10667 C -0.54438 0.1086 -0.54384 0.11072 -0.54308 0.11246 C -0.54221 0.11478 -0.53993 0.11767 -0.53863 0.11921 C -0.53766 0.12037 -0.53646 0.12133 -0.53559 0.12249 C -0.53364 0.125 -0.53169 0.1277 -0.52984 0.13059 C -0.52887 0.13175 -0.52811 0.13291 -0.52724 0.13387 C -0.52615 0.13503 -0.52518 0.13619 -0.52409 0.13734 C -0.52279 0.1387 -0.52062 0.1414 -0.51964 0.14275 C -0.51888 0.1439 -0.51845 0.14564 -0.51769 0.14622 C -0.51682 0.14718 -0.51563 0.14699 -0.51454 0.14738 C -0.51389 0.14815 -0.51324 0.14911 -0.51259 0.14969 C -0.51194 0.15027 -0.51129 0.15027 -0.51064 0.15085 C -0.50977 0.15181 -0.50912 0.15316 -0.50825 0.15413 C -0.50738 0.15509 -0.50369 0.15895 -0.5025 0.15991 C -0.50141 0.16049 -0.50044 0.16069 -0.49924 0.16088 C -0.49783 0.16204 -0.49631 0.16339 -0.4948 0.16435 C -0.48753 0.16917 -0.49111 0.16532 -0.4872 0.17014 C -0.47722 0.16975 -0.46734 0.16995 -0.45725 0.16898 C -0.45638 0.16879 -0.45573 0.16686 -0.45487 0.16667 C -0.45237 0.1657 -0.44977 0.16589 -0.44716 0.16551 C -0.44586 0.16474 -0.44467 0.16397 -0.44336 0.16319 C -0.44228 0.16281 -0.4413 0.16242 -0.44022 0.16204 C -0.43056 0.15895 -0.43544 0.16107 -0.42991 0.15876 C -0.42947 0.1576 -0.42893 0.15606 -0.42817 0.15528 C -0.42188 0.1493 -0.42654 0.15721 -0.42112 0.14969 C -0.42014 0.14834 -0.41938 0.1466 -0.41862 0.14506 C -0.41483 0.13908 -0.41537 0.14024 -0.41157 0.13619 C -0.41092 0.13464 -0.41038 0.13291 -0.40962 0.13175 C -0.40604 0.125 -0.40832 0.13638 -0.40322 0.12153 C -0.40278 0.11941 -0.40224 0.11767 -0.40148 0.11574 C -0.40029 0.11323 -0.39757 0.10899 -0.39757 0.10918 C -0.39638 0.10436 -0.3966 0.10436 -0.39443 0.10108 C -0.39388 0.10031 -0.39312 0.09973 -0.39247 0.09876 C -0.39182 0.09741 -0.39128 0.09587 -0.39063 0.09414 C -0.38998 0.09298 -0.38922 0.09221 -0.38868 0.09105 C -0.38282 0.07735 -0.38976 0.09047 -0.38293 0.07851 C -0.38227 0.076 -0.38151 0.0733 -0.38108 0.0706 C -0.37869 0.05748 -0.38227 0.07176 -0.37913 0.06038 C -0.37739 0.04417 -0.37978 0.06443 -0.37717 0.05015 C -0.37696 0.04842 -0.37685 0.04649 -0.37652 0.04475 C -0.3749 0.03009 -0.37566 0.03897 -0.37479 0.0243 C -0.37424 0.00231 -0.37392 -0.01948 -0.37348 -0.04128 C -0.37348 -0.04321 -0.37316 -0.04514 -0.37283 -0.04707 C -0.3724 -0.04861 -0.37153 -0.04996 -0.37088 -0.05131 C -0.37045 -0.05363 -0.37034 -0.05633 -0.36969 -0.05826 C -0.36914 -0.0598 -0.36806 -0.06019 -0.36773 -0.06154 C -0.36502 -0.07157 -0.37023 -0.06404 -0.36394 -0.0706 C -0.36329 -0.07215 -0.36242 -0.0733 -0.36198 -0.07523 C -0.36155 -0.07678 -0.36209 -0.07948 -0.36133 -0.08083 C -0.35981 -0.0843 -0.35558 -0.08874 -0.35558 -0.08854 C -0.35493 -0.09066 -0.3546 -0.09279 -0.35374 -0.09452 C -0.35287 -0.09607 -0.35157 -0.09645 -0.35048 -0.09799 C -0.34983 -0.09877 -0.34918 -0.09992 -0.34875 -0.10108 C -0.34788 -0.10262 -0.34723 -0.10417 -0.34679 -0.10571 C -0.34549 -0.10918 -0.34495 -0.11227 -0.34299 -0.11478 C -0.34234 -0.11555 -0.34169 -0.11555 -0.34104 -0.11593 C -0.34028 -0.11709 -0.3392 -0.11806 -0.33844 -0.11921 C -0.33789 -0.12018 -0.33779 -0.12172 -0.33724 -0.12269 C -0.33648 -0.12384 -0.3354 -0.12384 -0.33464 -0.125 C -0.33399 -0.12597 -0.33355 -0.12751 -0.33279 -0.12828 C -0.33117 -0.12982 -0.32932 -0.1304 -0.3277 -0.13175 C -0.32542 -0.13387 -0.32075 -0.13928 -0.3175 -0.14198 C -0.31695 -0.14236 -0.3163 -0.14255 -0.31565 -0.14313 C -0.31391 -0.14429 -0.31229 -0.14506 -0.31055 -0.14622 C -0.30968 -0.14699 -0.30881 -0.14834 -0.30795 -0.14853 C -0.29037 -0.15586 -0.30252 -0.14969 -0.2908 -0.15316 C -0.28896 -0.15374 -0.287 -0.15471 -0.28505 -0.15529 C -0.2742 -0.15509 -0.26346 -0.15529 -0.25272 -0.15432 C -0.25011 -0.15413 -0.24892 -0.15066 -0.24697 -0.14853 C -0.24414 -0.14564 -0.24371 -0.14564 -0.24132 -0.14429 C -0.24067 -0.14313 -0.24002 -0.14198 -0.23937 -0.14082 C -0.23818 -0.13889 -0.23677 -0.13735 -0.23557 -0.13522 C -0.22982 -0.125 -0.23514 -0.13079 -0.22852 -0.125 C -0.22776 -0.12269 -0.22711 -0.12018 -0.22592 -0.11806 C -0.22516 -0.11671 -0.22016 -0.1115 -0.21897 -0.11015 C -0.21832 -0.10841 -0.21799 -0.10629 -0.21702 -0.10455 C -0.21669 -0.10378 -0.21572 -0.10417 -0.21528 -0.1034 C -0.21441 -0.10262 -0.21376 -0.10147 -0.21333 -0.09992 C -0.21246 -0.09838 -0.21181 -0.09626 -0.21138 -0.09452 C -0.21105 -0.09336 -0.21105 -0.09221 -0.21072 -0.09105 C -0.20921 -0.087 -0.20779 -0.08719 -0.20562 -0.0843 C -0.20497 -0.08333 -0.20443 -0.08198 -0.20378 -0.08083 C -0.19879 -0.06366 -0.20487 -0.08218 -0.19922 -0.0706 C -0.19835 -0.06867 -0.19792 -0.0652 -0.19738 -0.06269 C -0.19673 -0.0598 -0.19608 -0.05671 -0.19543 -0.05363 C -0.1951 -0.05131 -0.19467 -0.049 -0.19412 -0.04707 C -0.19358 -0.04418 -0.19293 -0.04167 -0.19228 -0.03916 C -0.19206 -0.03684 -0.19206 -0.03453 -0.19163 -0.03222 C -0.19141 -0.03029 -0.19076 -0.02855 -0.19033 -0.02662 C -0.18761 -0.01196 -0.1925 -0.03395 -0.18837 -0.0164 C -0.18826 -0.01293 -0.18826 -0.00945 -0.18794 -0.00617 C -0.18761 -0.00463 -0.18674 -0.00347 -0.18664 -0.00193 C -0.18609 0.0027 -0.1862 0.00733 -0.18598 0.01177 C -0.18555 0.01852 -0.18501 0.02546 -0.18468 0.03221 C -0.18371 0.04938 -0.1849 0.0407 -0.18284 0.05247 C -0.18251 0.05478 -0.1824 0.05691 -0.18219 0.05922 C -0.18121 0.06559 -0.18056 0.06713 -0.17893 0.07292 C -0.17752 0.08777 -0.17969 0.0733 -0.17644 0.08314 C -0.17503 0.08719 -0.17405 0.09221 -0.17253 0.09645 C -0.17036 0.10339 -0.17134 0.1005 -0.16938 0.10552 C -0.16808 0.11497 -0.16993 0.10513 -0.16493 0.1169 C -0.16407 0.11902 -0.16407 0.12191 -0.16298 0.12365 C -0.16157 0.12616 -0.15951 0.12712 -0.15799 0.12944 C -0.15582 0.13233 -0.15473 0.13754 -0.15224 0.13966 C -0.14964 0.14159 -0.14063 0.14853 -0.13889 0.15085 C -0.13661 0.15393 -0.13607 0.15509 -0.13325 0.15644 C -0.13173 0.15721 -0.13021 0.15721 -0.1288 0.1576 L -0.11914 0.16088 C -0.11741 0.16204 -0.11589 0.16358 -0.11404 0.16435 C -0.10916 0.16667 -0.10569 0.16667 -0.10081 0.16782 C -0.09809 0.16859 -0.09527 0.16917 -0.09245 0.17014 C -0.08507 0.16975 -0.07759 0.16995 -0.07032 0.16898 C -0.06717 0.16859 -0.06533 0.16474 -0.06261 0.16319 C -0.06142 0.16242 -0.06001 0.16242 -0.05881 0.16204 C -0.05751 0.16088 -0.0561 0.16011 -0.05491 0.15876 C -0.05426 0.15779 -0.05382 0.15644 -0.05317 0.15528 C -0.0523 0.15413 -0.05144 0.15297 -0.05057 0.15181 C -0.04937 0.15066 -0.04807 0.14969 -0.04677 0.14853 C -0.04569 0.14738 -0.04471 0.14622 -0.04362 0.14506 C -0.04178 0.14332 -0.0395 0.14197 -0.03787 0.13966 C -0.03625 0.13696 -0.03527 0.13329 -0.03332 0.13175 C -0.03212 0.13059 -0.03071 0.12963 -0.02952 0.12828 C -0.02843 0.12654 -0.02746 0.12461 -0.02648 0.12249 C -0.02583 0.12153 -0.02496 0.12056 -0.02453 0.11921 C -0.02366 0.1169 -0.0229 0.11439 -0.02203 0.11246 C -0.02019 0.1088 -0.01628 0.10224 -0.01628 0.10243 C -0.01574 0.10069 -0.01552 0.09915 -0.01498 0.09761 C -0.01422 0.09568 -0.01313 0.09414 -0.01237 0.09221 C -0.01161 0.08951 -0.01129 0.08661 -0.01053 0.0841 C -0.00955 0.08102 -0.00836 0.07832 -0.00727 0.07504 C -0.00662 0.07292 -0.00608 0.0706 -0.00543 0.06829 C -0.00521 0.06597 -0.0051 0.06366 -0.00478 0.06153 C -0.00445 0.05922 -0.00391 0.05691 -0.00348 0.05478 C -0.00185 0.04495 -0.00413 0.05594 -0.00152 0.04475 C -0.00141 0.02855 -0.00109 0.01234 -0.00109 -0.00386 L -0.00109 -0.00367 " pathEditMode="relative" rAng="0" ptsTypes="AAAAAAAAAAAAAAAAAAAAAAAAAAAAAAAAAAAAAAAAAAAAAAAAAAAAAAAAAAAAAAAAAAAAAAAAAAAAAAAAAAAAAAAAAAAAAAAAAAAAAAAAAAAAAAAAAAAAAAAAAAAAAAAAAAAAAAAAAAAAAAAAAAAAA">
                                      <p:cBhvr>
                                        <p:cTn id="6" dur="2000" fill="hold"/>
                                        <p:tgtEl>
                                          <p:spTgt spid="3"/>
                                        </p:tgtEl>
                                        <p:attrNameLst>
                                          <p:attrName>ppt_x</p:attrName>
                                          <p:attrName>ppt_y</p:attrName>
                                        </p:attrNameLst>
                                      </p:cBhvr>
                                      <p:rCtr x="28114" y="0"/>
                                    </p:animMotion>
                                  </p:childTnLst>
                                </p:cTn>
                              </p:par>
                              <p:par>
                                <p:cTn id="7" presetID="22" presetClass="entr" presetSubtype="8" fill="hold"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2250"/>
                                        <p:tgtEl>
                                          <p:spTgt spid="10"/>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9"/>
                                        </p:tgtEl>
                                        <p:attrNameLst>
                                          <p:attrName>style.visibility</p:attrName>
                                        </p:attrNameLst>
                                      </p:cBhvr>
                                      <p:to>
                                        <p:strVal val="visible"/>
                                      </p:to>
                                    </p:set>
                                    <p:anim calcmode="lin" valueType="num">
                                      <p:cBhvr>
                                        <p:cTn id="12" dur="750" fill="hold"/>
                                        <p:tgtEl>
                                          <p:spTgt spid="19"/>
                                        </p:tgtEl>
                                        <p:attrNameLst>
                                          <p:attrName>ppt_w</p:attrName>
                                        </p:attrNameLst>
                                      </p:cBhvr>
                                      <p:tavLst>
                                        <p:tav tm="0">
                                          <p:val>
                                            <p:fltVal val="0"/>
                                          </p:val>
                                        </p:tav>
                                        <p:tav tm="100000">
                                          <p:val>
                                            <p:strVal val="#ppt_w"/>
                                          </p:val>
                                        </p:tav>
                                      </p:tavLst>
                                    </p:anim>
                                    <p:anim calcmode="lin" valueType="num">
                                      <p:cBhvr>
                                        <p:cTn id="13" dur="750" fill="hold"/>
                                        <p:tgtEl>
                                          <p:spTgt spid="19"/>
                                        </p:tgtEl>
                                        <p:attrNameLst>
                                          <p:attrName>ppt_h</p:attrName>
                                        </p:attrNameLst>
                                      </p:cBhvr>
                                      <p:tavLst>
                                        <p:tav tm="0">
                                          <p:val>
                                            <p:fltVal val="0"/>
                                          </p:val>
                                        </p:tav>
                                        <p:tav tm="100000">
                                          <p:val>
                                            <p:strVal val="#ppt_h"/>
                                          </p:val>
                                        </p:tav>
                                      </p:tavLst>
                                    </p:anim>
                                    <p:animEffect transition="in" filter="fade">
                                      <p:cBhvr>
                                        <p:cTn id="14" dur="750"/>
                                        <p:tgtEl>
                                          <p:spTgt spid="19"/>
                                        </p:tgtEl>
                                      </p:cBhvr>
                                    </p:animEffect>
                                  </p:childTnLst>
                                </p:cTn>
                              </p:par>
                              <p:par>
                                <p:cTn id="15" presetID="8" presetClass="emph" presetSubtype="0" fill="hold" grpId="1" nodeType="withEffect">
                                  <p:stCondLst>
                                    <p:cond delay="250"/>
                                  </p:stCondLst>
                                  <p:childTnLst>
                                    <p:animRot by="-21600000">
                                      <p:cBhvr>
                                        <p:cTn id="16" dur="750" fill="hold"/>
                                        <p:tgtEl>
                                          <p:spTgt spid="19"/>
                                        </p:tgtEl>
                                        <p:attrNameLst>
                                          <p:attrName>r</p:attrName>
                                        </p:attrNameLst>
                                      </p:cBhvr>
                                    </p:animRot>
                                  </p:childTnLst>
                                </p:cTn>
                              </p:par>
                              <p:par>
                                <p:cTn id="17" presetID="53" presetClass="entr" presetSubtype="16" fill="hold" grpId="0" nodeType="withEffect">
                                  <p:stCondLst>
                                    <p:cond delay="750"/>
                                  </p:stCondLst>
                                  <p:childTnLst>
                                    <p:set>
                                      <p:cBhvr>
                                        <p:cTn id="18" dur="1" fill="hold">
                                          <p:stCondLst>
                                            <p:cond delay="0"/>
                                          </p:stCondLst>
                                        </p:cTn>
                                        <p:tgtEl>
                                          <p:spTgt spid="4">
                                            <p:bg/>
                                          </p:spTgt>
                                        </p:tgtEl>
                                        <p:attrNameLst>
                                          <p:attrName>style.visibility</p:attrName>
                                        </p:attrNameLst>
                                      </p:cBhvr>
                                      <p:to>
                                        <p:strVal val="visible"/>
                                      </p:to>
                                    </p:set>
                                    <p:anim calcmode="lin" valueType="num">
                                      <p:cBhvr>
                                        <p:cTn id="19" dur="750" fill="hold"/>
                                        <p:tgtEl>
                                          <p:spTgt spid="4">
                                            <p:bg/>
                                          </p:spTgt>
                                        </p:tgtEl>
                                        <p:attrNameLst>
                                          <p:attrName>ppt_w</p:attrName>
                                        </p:attrNameLst>
                                      </p:cBhvr>
                                      <p:tavLst>
                                        <p:tav tm="0">
                                          <p:val>
                                            <p:fltVal val="0"/>
                                          </p:val>
                                        </p:tav>
                                        <p:tav tm="100000">
                                          <p:val>
                                            <p:strVal val="#ppt_w"/>
                                          </p:val>
                                        </p:tav>
                                      </p:tavLst>
                                    </p:anim>
                                    <p:anim calcmode="lin" valueType="num">
                                      <p:cBhvr>
                                        <p:cTn id="20" dur="750" fill="hold"/>
                                        <p:tgtEl>
                                          <p:spTgt spid="4">
                                            <p:bg/>
                                          </p:spTgt>
                                        </p:tgtEl>
                                        <p:attrNameLst>
                                          <p:attrName>ppt_h</p:attrName>
                                        </p:attrNameLst>
                                      </p:cBhvr>
                                      <p:tavLst>
                                        <p:tav tm="0">
                                          <p:val>
                                            <p:fltVal val="0"/>
                                          </p:val>
                                        </p:tav>
                                        <p:tav tm="100000">
                                          <p:val>
                                            <p:strVal val="#ppt_h"/>
                                          </p:val>
                                        </p:tav>
                                      </p:tavLst>
                                    </p:anim>
                                    <p:animEffect transition="in" filter="fade">
                                      <p:cBhvr>
                                        <p:cTn id="21" dur="750"/>
                                        <p:tgtEl>
                                          <p:spTgt spid="4">
                                            <p:bg/>
                                          </p:spTgt>
                                        </p:tgtEl>
                                      </p:cBhvr>
                                    </p:animEffect>
                                  </p:childTnLst>
                                </p:cTn>
                              </p:par>
                              <p:par>
                                <p:cTn id="22" presetID="53" presetClass="entr" presetSubtype="16" fill="hold" grpId="0" nodeType="withEffect">
                                  <p:stCondLst>
                                    <p:cond delay="750"/>
                                  </p:stCondLst>
                                  <p:childTnLst>
                                    <p:set>
                                      <p:cBhvr>
                                        <p:cTn id="23" dur="1" fill="hold">
                                          <p:stCondLst>
                                            <p:cond delay="0"/>
                                          </p:stCondLst>
                                        </p:cTn>
                                        <p:tgtEl>
                                          <p:spTgt spid="4">
                                            <p:txEl>
                                              <p:pRg st="0" end="0"/>
                                            </p:txEl>
                                          </p:spTgt>
                                        </p:tgtEl>
                                        <p:attrNameLst>
                                          <p:attrName>style.visibility</p:attrName>
                                        </p:attrNameLst>
                                      </p:cBhvr>
                                      <p:to>
                                        <p:strVal val="visible"/>
                                      </p:to>
                                    </p:set>
                                    <p:anim calcmode="lin" valueType="num">
                                      <p:cBhvr>
                                        <p:cTn id="24" dur="750" fill="hold"/>
                                        <p:tgtEl>
                                          <p:spTgt spid="4">
                                            <p:txEl>
                                              <p:pRg st="0" end="0"/>
                                            </p:txEl>
                                          </p:spTgt>
                                        </p:tgtEl>
                                        <p:attrNameLst>
                                          <p:attrName>ppt_w</p:attrName>
                                        </p:attrNameLst>
                                      </p:cBhvr>
                                      <p:tavLst>
                                        <p:tav tm="0">
                                          <p:val>
                                            <p:fltVal val="0"/>
                                          </p:val>
                                        </p:tav>
                                        <p:tav tm="100000">
                                          <p:val>
                                            <p:strVal val="#ppt_w"/>
                                          </p:val>
                                        </p:tav>
                                      </p:tavLst>
                                    </p:anim>
                                    <p:anim calcmode="lin" valueType="num">
                                      <p:cBhvr>
                                        <p:cTn id="25" dur="75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6" dur="750"/>
                                        <p:tgtEl>
                                          <p:spTgt spid="4">
                                            <p:txEl>
                                              <p:pRg st="0" end="0"/>
                                            </p:txEl>
                                          </p:spTgt>
                                        </p:tgtEl>
                                      </p:cBhvr>
                                    </p:animEffect>
                                  </p:childTnLst>
                                </p:cTn>
                              </p:par>
                              <p:par>
                                <p:cTn id="27" presetID="53" presetClass="entr" presetSubtype="16" fill="hold" grpId="0" nodeType="withEffect">
                                  <p:stCondLst>
                                    <p:cond delay="750"/>
                                  </p:stCondLst>
                                  <p:childTnLst>
                                    <p:set>
                                      <p:cBhvr>
                                        <p:cTn id="28" dur="1" fill="hold">
                                          <p:stCondLst>
                                            <p:cond delay="0"/>
                                          </p:stCondLst>
                                        </p:cTn>
                                        <p:tgtEl>
                                          <p:spTgt spid="4">
                                            <p:txEl>
                                              <p:pRg st="1" end="1"/>
                                            </p:txEl>
                                          </p:spTgt>
                                        </p:tgtEl>
                                        <p:attrNameLst>
                                          <p:attrName>style.visibility</p:attrName>
                                        </p:attrNameLst>
                                      </p:cBhvr>
                                      <p:to>
                                        <p:strVal val="visible"/>
                                      </p:to>
                                    </p:set>
                                    <p:anim calcmode="lin" valueType="num">
                                      <p:cBhvr>
                                        <p:cTn id="29" dur="750" fill="hold"/>
                                        <p:tgtEl>
                                          <p:spTgt spid="4">
                                            <p:txEl>
                                              <p:pRg st="1" end="1"/>
                                            </p:txEl>
                                          </p:spTgt>
                                        </p:tgtEl>
                                        <p:attrNameLst>
                                          <p:attrName>ppt_w</p:attrName>
                                        </p:attrNameLst>
                                      </p:cBhvr>
                                      <p:tavLst>
                                        <p:tav tm="0">
                                          <p:val>
                                            <p:fltVal val="0"/>
                                          </p:val>
                                        </p:tav>
                                        <p:tav tm="100000">
                                          <p:val>
                                            <p:strVal val="#ppt_w"/>
                                          </p:val>
                                        </p:tav>
                                      </p:tavLst>
                                    </p:anim>
                                    <p:anim calcmode="lin" valueType="num">
                                      <p:cBhvr>
                                        <p:cTn id="30" dur="75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31" dur="750"/>
                                        <p:tgtEl>
                                          <p:spTgt spid="4">
                                            <p:txEl>
                                              <p:pRg st="1" end="1"/>
                                            </p:txEl>
                                          </p:spTgt>
                                        </p:tgtEl>
                                      </p:cBhvr>
                                    </p:animEffect>
                                  </p:childTnLst>
                                </p:cTn>
                              </p:par>
                              <p:par>
                                <p:cTn id="32" presetID="8" presetClass="emph" presetSubtype="0" fill="hold" grpId="1" nodeType="withEffect">
                                  <p:stCondLst>
                                    <p:cond delay="750"/>
                                  </p:stCondLst>
                                  <p:childTnLst>
                                    <p:animRot by="21600000">
                                      <p:cBhvr>
                                        <p:cTn id="33" dur="750" fill="hold"/>
                                        <p:tgtEl>
                                          <p:spTgt spid="4">
                                            <p:bg/>
                                          </p:spTgt>
                                        </p:tgtEl>
                                        <p:attrNameLst>
                                          <p:attrName>r</p:attrName>
                                        </p:attrNameLst>
                                      </p:cBhvr>
                                    </p:animRot>
                                  </p:childTnLst>
                                </p:cTn>
                              </p:par>
                              <p:par>
                                <p:cTn id="34" presetID="8" presetClass="emph" presetSubtype="0" fill="hold" grpId="1" nodeType="withEffect">
                                  <p:stCondLst>
                                    <p:cond delay="750"/>
                                  </p:stCondLst>
                                  <p:childTnLst>
                                    <p:animRot by="21600000">
                                      <p:cBhvr>
                                        <p:cTn id="35" dur="750" fill="hold"/>
                                        <p:tgtEl>
                                          <p:spTgt spid="4">
                                            <p:txEl>
                                              <p:pRg st="0" end="0"/>
                                            </p:txEl>
                                          </p:spTgt>
                                        </p:tgtEl>
                                        <p:attrNameLst>
                                          <p:attrName>r</p:attrName>
                                        </p:attrNameLst>
                                      </p:cBhvr>
                                    </p:animRot>
                                  </p:childTnLst>
                                </p:cTn>
                              </p:par>
                              <p:par>
                                <p:cTn id="36" presetID="8" presetClass="emph" presetSubtype="0" fill="hold" grpId="1" nodeType="withEffect">
                                  <p:stCondLst>
                                    <p:cond delay="750"/>
                                  </p:stCondLst>
                                  <p:childTnLst>
                                    <p:animRot by="21600000">
                                      <p:cBhvr>
                                        <p:cTn id="37" dur="750" fill="hold"/>
                                        <p:tgtEl>
                                          <p:spTgt spid="4">
                                            <p:txEl>
                                              <p:pRg st="1" end="1"/>
                                            </p:txEl>
                                          </p:spTgt>
                                        </p:tgtEl>
                                        <p:attrNameLst>
                                          <p:attrName>r</p:attrName>
                                        </p:attrNameLst>
                                      </p:cBhvr>
                                    </p:animRot>
                                  </p:childTnLst>
                                </p:cTn>
                              </p:par>
                              <p:par>
                                <p:cTn id="38" presetID="53" presetClass="entr" presetSubtype="16" fill="hold" grpId="0" nodeType="withEffect">
                                  <p:stCondLst>
                                    <p:cond delay="1250"/>
                                  </p:stCondLst>
                                  <p:childTnLst>
                                    <p:set>
                                      <p:cBhvr>
                                        <p:cTn id="39" dur="1" fill="hold">
                                          <p:stCondLst>
                                            <p:cond delay="0"/>
                                          </p:stCondLst>
                                        </p:cTn>
                                        <p:tgtEl>
                                          <p:spTgt spid="5"/>
                                        </p:tgtEl>
                                        <p:attrNameLst>
                                          <p:attrName>style.visibility</p:attrName>
                                        </p:attrNameLst>
                                      </p:cBhvr>
                                      <p:to>
                                        <p:strVal val="visible"/>
                                      </p:to>
                                    </p:set>
                                    <p:anim calcmode="lin" valueType="num">
                                      <p:cBhvr>
                                        <p:cTn id="40" dur="750" fill="hold"/>
                                        <p:tgtEl>
                                          <p:spTgt spid="5"/>
                                        </p:tgtEl>
                                        <p:attrNameLst>
                                          <p:attrName>ppt_w</p:attrName>
                                        </p:attrNameLst>
                                      </p:cBhvr>
                                      <p:tavLst>
                                        <p:tav tm="0">
                                          <p:val>
                                            <p:fltVal val="0"/>
                                          </p:val>
                                        </p:tav>
                                        <p:tav tm="100000">
                                          <p:val>
                                            <p:strVal val="#ppt_w"/>
                                          </p:val>
                                        </p:tav>
                                      </p:tavLst>
                                    </p:anim>
                                    <p:anim calcmode="lin" valueType="num">
                                      <p:cBhvr>
                                        <p:cTn id="41" dur="750" fill="hold"/>
                                        <p:tgtEl>
                                          <p:spTgt spid="5"/>
                                        </p:tgtEl>
                                        <p:attrNameLst>
                                          <p:attrName>ppt_h</p:attrName>
                                        </p:attrNameLst>
                                      </p:cBhvr>
                                      <p:tavLst>
                                        <p:tav tm="0">
                                          <p:val>
                                            <p:fltVal val="0"/>
                                          </p:val>
                                        </p:tav>
                                        <p:tav tm="100000">
                                          <p:val>
                                            <p:strVal val="#ppt_h"/>
                                          </p:val>
                                        </p:tav>
                                      </p:tavLst>
                                    </p:anim>
                                    <p:animEffect transition="in" filter="fade">
                                      <p:cBhvr>
                                        <p:cTn id="42" dur="750"/>
                                        <p:tgtEl>
                                          <p:spTgt spid="5"/>
                                        </p:tgtEl>
                                      </p:cBhvr>
                                    </p:animEffect>
                                  </p:childTnLst>
                                </p:cTn>
                              </p:par>
                              <p:par>
                                <p:cTn id="43" presetID="8" presetClass="emph" presetSubtype="0" fill="hold" grpId="1" nodeType="withEffect">
                                  <p:stCondLst>
                                    <p:cond delay="1250"/>
                                  </p:stCondLst>
                                  <p:childTnLst>
                                    <p:animRot by="-21600000">
                                      <p:cBhvr>
                                        <p:cTn id="44" dur="750" fill="hold"/>
                                        <p:tgtEl>
                                          <p:spTgt spid="5"/>
                                        </p:tgtEl>
                                        <p:attrNameLst>
                                          <p:attrName>r</p:attrName>
                                        </p:attrNameLst>
                                      </p:cBhvr>
                                    </p:animRot>
                                  </p:childTnLst>
                                </p:cTn>
                              </p:par>
                              <p:par>
                                <p:cTn id="45" presetID="22" presetClass="entr" presetSubtype="8" fill="hold" grpId="0" nodeType="withEffect">
                                  <p:stCondLst>
                                    <p:cond delay="250"/>
                                  </p:stCondLst>
                                  <p:childTnLst>
                                    <p:set>
                                      <p:cBhvr>
                                        <p:cTn id="46" dur="1" fill="hold">
                                          <p:stCondLst>
                                            <p:cond delay="0"/>
                                          </p:stCondLst>
                                        </p:cTn>
                                        <p:tgtEl>
                                          <p:spTgt spid="17">
                                            <p:txEl>
                                              <p:pRg st="0" end="0"/>
                                            </p:txEl>
                                          </p:spTgt>
                                        </p:tgtEl>
                                        <p:attrNameLst>
                                          <p:attrName>style.visibility</p:attrName>
                                        </p:attrNameLst>
                                      </p:cBhvr>
                                      <p:to>
                                        <p:strVal val="visible"/>
                                      </p:to>
                                    </p:set>
                                    <p:animEffect transition="in" filter="wipe(left)">
                                      <p:cBhvr>
                                        <p:cTn id="47" dur="500"/>
                                        <p:tgtEl>
                                          <p:spTgt spid="17">
                                            <p:txEl>
                                              <p:pRg st="0" end="0"/>
                                            </p:txEl>
                                          </p:spTgt>
                                        </p:tgtEl>
                                      </p:cBhvr>
                                    </p:animEffect>
                                  </p:childTnLst>
                                </p:cTn>
                              </p:par>
                              <p:par>
                                <p:cTn id="48" presetID="22" presetClass="entr" presetSubtype="8" fill="hold" grpId="0" nodeType="withEffect">
                                  <p:stCondLst>
                                    <p:cond delay="750"/>
                                  </p:stCondLst>
                                  <p:childTnLst>
                                    <p:set>
                                      <p:cBhvr>
                                        <p:cTn id="49" dur="1" fill="hold">
                                          <p:stCondLst>
                                            <p:cond delay="0"/>
                                          </p:stCondLst>
                                        </p:cTn>
                                        <p:tgtEl>
                                          <p:spTgt spid="20">
                                            <p:txEl>
                                              <p:pRg st="0" end="0"/>
                                            </p:txEl>
                                          </p:spTgt>
                                        </p:tgtEl>
                                        <p:attrNameLst>
                                          <p:attrName>style.visibility</p:attrName>
                                        </p:attrNameLst>
                                      </p:cBhvr>
                                      <p:to>
                                        <p:strVal val="visible"/>
                                      </p:to>
                                    </p:set>
                                    <p:animEffect transition="in" filter="wipe(left)">
                                      <p:cBhvr>
                                        <p:cTn id="50" dur="500"/>
                                        <p:tgtEl>
                                          <p:spTgt spid="20">
                                            <p:txEl>
                                              <p:pRg st="0" end="0"/>
                                            </p:txEl>
                                          </p:spTgt>
                                        </p:tgtEl>
                                      </p:cBhvr>
                                    </p:animEffect>
                                  </p:childTnLst>
                                </p:cTn>
                              </p:par>
                              <p:par>
                                <p:cTn id="51" presetID="22" presetClass="entr" presetSubtype="8" fill="hold" grpId="0" nodeType="withEffect">
                                  <p:stCondLst>
                                    <p:cond delay="750"/>
                                  </p:stCondLst>
                                  <p:childTnLst>
                                    <p:set>
                                      <p:cBhvr>
                                        <p:cTn id="52" dur="1" fill="hold">
                                          <p:stCondLst>
                                            <p:cond delay="0"/>
                                          </p:stCondLst>
                                        </p:cTn>
                                        <p:tgtEl>
                                          <p:spTgt spid="20">
                                            <p:txEl>
                                              <p:pRg st="1" end="1"/>
                                            </p:txEl>
                                          </p:spTgt>
                                        </p:tgtEl>
                                        <p:attrNameLst>
                                          <p:attrName>style.visibility</p:attrName>
                                        </p:attrNameLst>
                                      </p:cBhvr>
                                      <p:to>
                                        <p:strVal val="visible"/>
                                      </p:to>
                                    </p:set>
                                    <p:animEffect transition="in" filter="wipe(left)">
                                      <p:cBhvr>
                                        <p:cTn id="53" dur="500"/>
                                        <p:tgtEl>
                                          <p:spTgt spid="20">
                                            <p:txEl>
                                              <p:pRg st="1" end="1"/>
                                            </p:txEl>
                                          </p:spTgt>
                                        </p:tgtEl>
                                      </p:cBhvr>
                                    </p:animEffect>
                                  </p:childTnLst>
                                </p:cTn>
                              </p:par>
                              <p:par>
                                <p:cTn id="54" presetID="22" presetClass="entr" presetSubtype="8" fill="hold" grpId="0" nodeType="withEffect">
                                  <p:stCondLst>
                                    <p:cond delay="1250"/>
                                  </p:stCondLst>
                                  <p:childTnLst>
                                    <p:set>
                                      <p:cBhvr>
                                        <p:cTn id="55" dur="1" fill="hold">
                                          <p:stCondLst>
                                            <p:cond delay="0"/>
                                          </p:stCondLst>
                                        </p:cTn>
                                        <p:tgtEl>
                                          <p:spTgt spid="22">
                                            <p:txEl>
                                              <p:pRg st="0" end="0"/>
                                            </p:txEl>
                                          </p:spTgt>
                                        </p:tgtEl>
                                        <p:attrNameLst>
                                          <p:attrName>style.visibility</p:attrName>
                                        </p:attrNameLst>
                                      </p:cBhvr>
                                      <p:to>
                                        <p:strVal val="visible"/>
                                      </p:to>
                                    </p:set>
                                    <p:animEffect transition="in" filter="wipe(left)">
                                      <p:cBhvr>
                                        <p:cTn id="56"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4" grpId="1" build="allAtOnce" animBg="1"/>
      <p:bldP spid="5" grpId="0" animBg="1"/>
      <p:bldP spid="5" grpId="1" animBg="1"/>
      <p:bldP spid="19" grpId="0" animBg="1"/>
      <p:bldP spid="19" grpId="1" animBg="1"/>
      <p:bldP spid="3" grpId="0" animBg="1"/>
      <p:bldP spid="17" grpId="0" build="p"/>
      <p:bldP spid="20" grpId="0" uiExpand="1" build="p"/>
      <p:bldP spid="2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0">
            <a:extLst>
              <a:ext uri="{FF2B5EF4-FFF2-40B4-BE49-F238E27FC236}">
                <a16:creationId xmlns:a16="http://schemas.microsoft.com/office/drawing/2014/main" id="{88A42CE7-98BC-8630-839A-F9B016DB037F}"/>
              </a:ext>
            </a:extLst>
          </p:cNvPr>
          <p:cNvSpPr/>
          <p:nvPr/>
        </p:nvSpPr>
        <p:spPr>
          <a:xfrm>
            <a:off x="559837" y="932289"/>
            <a:ext cx="9761220" cy="625220"/>
          </a:xfrm>
          <a:prstGeom prst="rect">
            <a:avLst/>
          </a:prstGeom>
          <a:noFill/>
          <a:ln/>
        </p:spPr>
        <p:txBody>
          <a:bodyPr wrap="none" lIns="0" tIns="0" rIns="0" bIns="0" rtlCol="0" anchor="t"/>
          <a:lstStyle/>
          <a:p>
            <a:pPr>
              <a:lnSpc>
                <a:spcPts val="4920"/>
              </a:lnSpc>
            </a:pPr>
            <a:r>
              <a:rPr lang="en-US" sz="3900" b="1" dirty="0">
                <a:solidFill>
                  <a:srgbClr val="FF8AAF"/>
                </a:solidFill>
                <a:latin typeface="Gill Sans MT" panose="020B0502020104020203" pitchFamily="34" charset="0"/>
                <a:ea typeface="Petrona Bold" pitchFamily="34" charset="-122"/>
                <a:cs typeface="Petrona Bold" pitchFamily="34" charset="-120"/>
              </a:rPr>
              <a:t>Career Vision in IT: A Roadmap for Growth</a:t>
            </a:r>
            <a:endParaRPr lang="en-US" sz="3900" dirty="0">
              <a:latin typeface="Gill Sans MT" panose="020B0502020104020203" pitchFamily="34" charset="0"/>
            </a:endParaRPr>
          </a:p>
        </p:txBody>
      </p:sp>
      <p:pic>
        <p:nvPicPr>
          <p:cNvPr id="33" name="Image 0" descr="preencoded.png">
            <a:extLst>
              <a:ext uri="{FF2B5EF4-FFF2-40B4-BE49-F238E27FC236}">
                <a16:creationId xmlns:a16="http://schemas.microsoft.com/office/drawing/2014/main" id="{0069ABF4-BD36-976A-D32C-C62366F9712E}"/>
              </a:ext>
            </a:extLst>
          </p:cNvPr>
          <p:cNvPicPr>
            <a:picLocks noChangeAspect="1"/>
          </p:cNvPicPr>
          <p:nvPr/>
        </p:nvPicPr>
        <p:blipFill>
          <a:blip r:embed="rId2"/>
          <a:stretch>
            <a:fillRect/>
          </a:stretch>
        </p:blipFill>
        <p:spPr>
          <a:xfrm>
            <a:off x="559838" y="3152590"/>
            <a:ext cx="3566567" cy="967095"/>
          </a:xfrm>
          <a:prstGeom prst="rect">
            <a:avLst/>
          </a:prstGeom>
        </p:spPr>
      </p:pic>
      <p:sp>
        <p:nvSpPr>
          <p:cNvPr id="34" name="Text 1">
            <a:extLst>
              <a:ext uri="{FF2B5EF4-FFF2-40B4-BE49-F238E27FC236}">
                <a16:creationId xmlns:a16="http://schemas.microsoft.com/office/drawing/2014/main" id="{23F31961-B86E-377C-9136-2EA5A6109485}"/>
              </a:ext>
            </a:extLst>
          </p:cNvPr>
          <p:cNvSpPr/>
          <p:nvPr/>
        </p:nvSpPr>
        <p:spPr>
          <a:xfrm>
            <a:off x="797867" y="3718959"/>
            <a:ext cx="2213137" cy="253760"/>
          </a:xfrm>
          <a:prstGeom prst="rect">
            <a:avLst/>
          </a:prstGeom>
          <a:noFill/>
          <a:ln/>
        </p:spPr>
        <p:txBody>
          <a:bodyPr wrap="none" lIns="0" tIns="0" rIns="0" bIns="0" rtlCol="0" anchor="t"/>
          <a:lstStyle/>
          <a:p>
            <a:pPr>
              <a:lnSpc>
                <a:spcPts val="3060"/>
              </a:lnSpc>
            </a:pPr>
            <a:r>
              <a:rPr lang="en-US" sz="2000" b="1" dirty="0">
                <a:latin typeface="Gill Sans MT" panose="020B0502020104020203" pitchFamily="34" charset="0"/>
                <a:ea typeface="Petrona Bold" pitchFamily="34" charset="-122"/>
                <a:cs typeface="Petrona Bold" pitchFamily="34" charset="-120"/>
              </a:rPr>
              <a:t>Short Term (1-3 years)</a:t>
            </a:r>
          </a:p>
          <a:p>
            <a:pPr>
              <a:lnSpc>
                <a:spcPts val="3060"/>
              </a:lnSpc>
            </a:pPr>
            <a:r>
              <a:rPr lang="en-US" sz="2000" dirty="0">
                <a:latin typeface="Gill Sans MT" panose="020B0502020104020203" pitchFamily="34" charset="0"/>
              </a:rPr>
              <a:t>Building Technical Foundations</a:t>
            </a:r>
          </a:p>
        </p:txBody>
      </p:sp>
      <p:sp>
        <p:nvSpPr>
          <p:cNvPr id="35" name="Text 2">
            <a:extLst>
              <a:ext uri="{FF2B5EF4-FFF2-40B4-BE49-F238E27FC236}">
                <a16:creationId xmlns:a16="http://schemas.microsoft.com/office/drawing/2014/main" id="{5940694E-B92C-9057-EC03-2590574C79BA}"/>
              </a:ext>
            </a:extLst>
          </p:cNvPr>
          <p:cNvSpPr/>
          <p:nvPr/>
        </p:nvSpPr>
        <p:spPr>
          <a:xfrm>
            <a:off x="797867" y="4711612"/>
            <a:ext cx="3230905" cy="1237253"/>
          </a:xfrm>
          <a:prstGeom prst="rect">
            <a:avLst/>
          </a:prstGeom>
          <a:noFill/>
          <a:ln/>
        </p:spPr>
        <p:txBody>
          <a:bodyPr wrap="square" lIns="0" tIns="0" rIns="0" bIns="0" rtlCol="0" anchor="t"/>
          <a:lstStyle/>
          <a:p>
            <a:pPr>
              <a:lnSpc>
                <a:spcPts val="3000"/>
              </a:lnSpc>
            </a:pPr>
            <a:r>
              <a:rPr lang="en-US" sz="1860" dirty="0">
                <a:latin typeface="Gill Sans MT" panose="020B0502020104020203" pitchFamily="34" charset="0"/>
                <a:ea typeface="Inter" pitchFamily="34" charset="-122"/>
                <a:cs typeface="Inter" pitchFamily="34" charset="-120"/>
              </a:rPr>
              <a:t>Build solid foundations in database architecture, scalable API design, and production-level AI/ML systems. Focus on backend development with modern frameworks and distributed systems.</a:t>
            </a:r>
            <a:endParaRPr lang="en-US" sz="1860" dirty="0">
              <a:latin typeface="Gill Sans MT" panose="020B0502020104020203" pitchFamily="34" charset="0"/>
            </a:endParaRPr>
          </a:p>
        </p:txBody>
      </p:sp>
      <p:pic>
        <p:nvPicPr>
          <p:cNvPr id="36" name="Image 1" descr="preencoded.png">
            <a:extLst>
              <a:ext uri="{FF2B5EF4-FFF2-40B4-BE49-F238E27FC236}">
                <a16:creationId xmlns:a16="http://schemas.microsoft.com/office/drawing/2014/main" id="{EA7A7999-0EBE-BDDB-046F-CD86CADF8D35}"/>
              </a:ext>
            </a:extLst>
          </p:cNvPr>
          <p:cNvPicPr>
            <a:picLocks noChangeAspect="1"/>
          </p:cNvPicPr>
          <p:nvPr/>
        </p:nvPicPr>
        <p:blipFill>
          <a:blip r:embed="rId3"/>
          <a:stretch>
            <a:fillRect/>
          </a:stretch>
        </p:blipFill>
        <p:spPr>
          <a:xfrm>
            <a:off x="4979913" y="2795403"/>
            <a:ext cx="3566668" cy="967095"/>
          </a:xfrm>
          <a:prstGeom prst="rect">
            <a:avLst/>
          </a:prstGeom>
        </p:spPr>
      </p:pic>
      <p:sp>
        <p:nvSpPr>
          <p:cNvPr id="37" name="Text 3">
            <a:extLst>
              <a:ext uri="{FF2B5EF4-FFF2-40B4-BE49-F238E27FC236}">
                <a16:creationId xmlns:a16="http://schemas.microsoft.com/office/drawing/2014/main" id="{B0CA5411-87F0-8B54-115F-B2F2AF0FCE35}"/>
              </a:ext>
            </a:extLst>
          </p:cNvPr>
          <p:cNvSpPr/>
          <p:nvPr/>
        </p:nvSpPr>
        <p:spPr>
          <a:xfrm>
            <a:off x="5217944" y="3361772"/>
            <a:ext cx="2540942" cy="253760"/>
          </a:xfrm>
          <a:prstGeom prst="rect">
            <a:avLst/>
          </a:prstGeom>
          <a:noFill/>
          <a:ln/>
        </p:spPr>
        <p:txBody>
          <a:bodyPr wrap="none" lIns="0" tIns="0" rIns="0" bIns="0" rtlCol="0" anchor="t"/>
          <a:lstStyle/>
          <a:p>
            <a:pPr>
              <a:lnSpc>
                <a:spcPts val="3060"/>
              </a:lnSpc>
            </a:pPr>
            <a:r>
              <a:rPr lang="en-US" sz="2000" b="1" dirty="0">
                <a:latin typeface="Gill Sans MT" panose="020B0502020104020203" pitchFamily="34" charset="0"/>
                <a:ea typeface="Petrona Bold" pitchFamily="34" charset="-122"/>
                <a:cs typeface="Petrona Bold" pitchFamily="34" charset="-120"/>
              </a:rPr>
              <a:t>Medium Term (3-5 years)</a:t>
            </a:r>
          </a:p>
          <a:p>
            <a:pPr>
              <a:lnSpc>
                <a:spcPts val="3060"/>
              </a:lnSpc>
            </a:pPr>
            <a:r>
              <a:rPr lang="en-US" sz="2000" dirty="0">
                <a:latin typeface="Gill Sans MT" panose="020B0502020104020203" pitchFamily="34" charset="0"/>
              </a:rPr>
              <a:t>Senior Technical Excellence</a:t>
            </a:r>
          </a:p>
        </p:txBody>
      </p:sp>
      <p:sp>
        <p:nvSpPr>
          <p:cNvPr id="38" name="Text 4">
            <a:extLst>
              <a:ext uri="{FF2B5EF4-FFF2-40B4-BE49-F238E27FC236}">
                <a16:creationId xmlns:a16="http://schemas.microsoft.com/office/drawing/2014/main" id="{6D8291F4-FD2B-1E60-DB7C-DB870D0CA0CC}"/>
              </a:ext>
            </a:extLst>
          </p:cNvPr>
          <p:cNvSpPr/>
          <p:nvPr/>
        </p:nvSpPr>
        <p:spPr>
          <a:xfrm>
            <a:off x="5217943" y="4348325"/>
            <a:ext cx="3231005" cy="1484704"/>
          </a:xfrm>
          <a:prstGeom prst="rect">
            <a:avLst/>
          </a:prstGeom>
          <a:noFill/>
          <a:ln/>
        </p:spPr>
        <p:txBody>
          <a:bodyPr wrap="square" lIns="0" tIns="0" rIns="0" bIns="0" rtlCol="0" anchor="t"/>
          <a:lstStyle/>
          <a:p>
            <a:pPr>
              <a:lnSpc>
                <a:spcPts val="3000"/>
              </a:lnSpc>
            </a:pPr>
            <a:r>
              <a:rPr lang="en-US" sz="1860" dirty="0">
                <a:latin typeface="Gill Sans MT" panose="020B0502020104020203" pitchFamily="34" charset="0"/>
                <a:ea typeface="Inter" pitchFamily="34" charset="-122"/>
                <a:cs typeface="Inter" pitchFamily="34" charset="-120"/>
              </a:rPr>
              <a:t>Grow into senior technical roles tackling complex system design challenges and architectural decisions. Continue developing </a:t>
            </a:r>
            <a:r>
              <a:rPr lang="en-US" sz="1860" dirty="0" err="1">
                <a:latin typeface="Gill Sans MT" panose="020B0502020104020203" pitchFamily="34" charset="0"/>
                <a:ea typeface="Inter" pitchFamily="34" charset="-122"/>
                <a:cs typeface="Inter" pitchFamily="34" charset="-120"/>
              </a:rPr>
              <a:t>AetherFlow</a:t>
            </a:r>
            <a:r>
              <a:rPr lang="en-US" sz="1860" dirty="0">
                <a:latin typeface="Gill Sans MT" panose="020B0502020104020203" pitchFamily="34" charset="0"/>
                <a:ea typeface="Inter" pitchFamily="34" charset="-122"/>
                <a:cs typeface="Inter" pitchFamily="34" charset="-120"/>
              </a:rPr>
              <a:t> as both a learning platform and business solution.</a:t>
            </a:r>
            <a:endParaRPr lang="en-US" sz="1860" dirty="0">
              <a:latin typeface="Gill Sans MT" panose="020B0502020104020203" pitchFamily="34" charset="0"/>
            </a:endParaRPr>
          </a:p>
        </p:txBody>
      </p:sp>
      <p:pic>
        <p:nvPicPr>
          <p:cNvPr id="39" name="Image 2" descr="preencoded.png">
            <a:extLst>
              <a:ext uri="{FF2B5EF4-FFF2-40B4-BE49-F238E27FC236}">
                <a16:creationId xmlns:a16="http://schemas.microsoft.com/office/drawing/2014/main" id="{AC09A615-B75A-DEA3-632E-9429B9E5E30E}"/>
              </a:ext>
            </a:extLst>
          </p:cNvPr>
          <p:cNvPicPr>
            <a:picLocks noChangeAspect="1"/>
          </p:cNvPicPr>
          <p:nvPr/>
        </p:nvPicPr>
        <p:blipFill>
          <a:blip r:embed="rId2"/>
          <a:stretch>
            <a:fillRect/>
          </a:stretch>
        </p:blipFill>
        <p:spPr>
          <a:xfrm>
            <a:off x="9476330" y="2438215"/>
            <a:ext cx="3566567" cy="967095"/>
          </a:xfrm>
          <a:prstGeom prst="rect">
            <a:avLst/>
          </a:prstGeom>
        </p:spPr>
      </p:pic>
      <p:sp>
        <p:nvSpPr>
          <p:cNvPr id="40" name="Text 5">
            <a:extLst>
              <a:ext uri="{FF2B5EF4-FFF2-40B4-BE49-F238E27FC236}">
                <a16:creationId xmlns:a16="http://schemas.microsoft.com/office/drawing/2014/main" id="{8E69AEBD-C532-5F5A-B7D6-09ABC2E83D70}"/>
              </a:ext>
            </a:extLst>
          </p:cNvPr>
          <p:cNvSpPr/>
          <p:nvPr/>
        </p:nvSpPr>
        <p:spPr>
          <a:xfrm>
            <a:off x="9714359" y="3013053"/>
            <a:ext cx="2432950" cy="253760"/>
          </a:xfrm>
          <a:prstGeom prst="rect">
            <a:avLst/>
          </a:prstGeom>
          <a:noFill/>
          <a:ln/>
        </p:spPr>
        <p:txBody>
          <a:bodyPr wrap="none" lIns="0" tIns="0" rIns="0" bIns="0" rtlCol="0" anchor="t"/>
          <a:lstStyle/>
          <a:p>
            <a:pPr>
              <a:lnSpc>
                <a:spcPts val="3060"/>
              </a:lnSpc>
            </a:pPr>
            <a:r>
              <a:rPr lang="en-US" sz="2000" b="1" dirty="0">
                <a:latin typeface="Gill Sans MT" panose="020B0502020104020203" pitchFamily="34" charset="0"/>
                <a:ea typeface="Petrona Bold" pitchFamily="34" charset="-122"/>
                <a:cs typeface="Petrona Bold" pitchFamily="34" charset="-120"/>
              </a:rPr>
              <a:t>Long Term (5-10+ years)</a:t>
            </a:r>
          </a:p>
          <a:p>
            <a:pPr>
              <a:lnSpc>
                <a:spcPts val="3060"/>
              </a:lnSpc>
            </a:pPr>
            <a:r>
              <a:rPr lang="en-US" sz="2000" dirty="0">
                <a:latin typeface="Gill Sans MT" panose="020B0502020104020203" pitchFamily="34" charset="0"/>
              </a:rPr>
              <a:t>Technical Leadership and Global Impact</a:t>
            </a:r>
          </a:p>
        </p:txBody>
      </p:sp>
      <p:sp>
        <p:nvSpPr>
          <p:cNvPr id="41" name="Text 6">
            <a:extLst>
              <a:ext uri="{FF2B5EF4-FFF2-40B4-BE49-F238E27FC236}">
                <a16:creationId xmlns:a16="http://schemas.microsoft.com/office/drawing/2014/main" id="{3DEC3B4C-9F3C-AA51-8E29-B057833C7D91}"/>
              </a:ext>
            </a:extLst>
          </p:cNvPr>
          <p:cNvSpPr/>
          <p:nvPr/>
        </p:nvSpPr>
        <p:spPr>
          <a:xfrm>
            <a:off x="9714360" y="4035828"/>
            <a:ext cx="3230905" cy="1732155"/>
          </a:xfrm>
          <a:prstGeom prst="rect">
            <a:avLst/>
          </a:prstGeom>
          <a:noFill/>
          <a:ln/>
        </p:spPr>
        <p:txBody>
          <a:bodyPr wrap="square" lIns="0" tIns="0" rIns="0" bIns="0" rtlCol="0" anchor="t"/>
          <a:lstStyle/>
          <a:p>
            <a:pPr>
              <a:lnSpc>
                <a:spcPts val="3000"/>
              </a:lnSpc>
            </a:pPr>
            <a:r>
              <a:rPr lang="en-US" sz="1860" dirty="0">
                <a:latin typeface="Gill Sans MT" panose="020B0502020104020203" pitchFamily="34" charset="0"/>
                <a:ea typeface="Inter" pitchFamily="34" charset="-122"/>
                <a:cs typeface="Inter" pitchFamily="34" charset="-120"/>
              </a:rPr>
              <a:t>Product Owner or Technical Leadership/Managerial roles. Shape product strategy and technical direction. International growth with potential relocation to Europe. Scaling solutions globally while pushing technical boundaries.</a:t>
            </a:r>
            <a:endParaRPr lang="en-US" sz="1860" dirty="0">
              <a:latin typeface="Gill Sans MT" panose="020B0502020104020203" pitchFamily="34" charset="0"/>
            </a:endParaRPr>
          </a:p>
        </p:txBody>
      </p:sp>
    </p:spTree>
    <p:extLst>
      <p:ext uri="{BB962C8B-B14F-4D97-AF65-F5344CB8AC3E}">
        <p14:creationId xmlns:p14="http://schemas.microsoft.com/office/powerpoint/2010/main" val="415792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75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left)">
                                      <p:cBhvr>
                                        <p:cTn id="10" dur="750"/>
                                        <p:tgtEl>
                                          <p:spTgt spid="3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75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left)">
                                      <p:cBhvr>
                                        <p:cTn id="21" dur="500"/>
                                        <p:tgtEl>
                                          <p:spTgt spid="3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left)">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7" grpId="0" animBg="1"/>
      <p:bldP spid="38" grpId="0" animBg="1"/>
      <p:bldP spid="40" grpId="0" animBg="1"/>
      <p:bldP spid="4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0">
            <a:extLst>
              <a:ext uri="{FF2B5EF4-FFF2-40B4-BE49-F238E27FC236}">
                <a16:creationId xmlns:a16="http://schemas.microsoft.com/office/drawing/2014/main" id="{B4853D74-6B2C-EAE0-2528-97A4343D49A5}"/>
              </a:ext>
            </a:extLst>
          </p:cNvPr>
          <p:cNvSpPr/>
          <p:nvPr/>
        </p:nvSpPr>
        <p:spPr>
          <a:xfrm>
            <a:off x="793790" y="1643896"/>
            <a:ext cx="5464016" cy="521017"/>
          </a:xfrm>
          <a:prstGeom prst="rect">
            <a:avLst/>
          </a:prstGeom>
          <a:noFill/>
          <a:ln/>
        </p:spPr>
        <p:txBody>
          <a:bodyPr wrap="none" lIns="0" tIns="0" rIns="0" bIns="0" rtlCol="0" anchor="t"/>
          <a:lstStyle/>
          <a:p>
            <a:pPr marL="0" indent="0" algn="l">
              <a:lnSpc>
                <a:spcPts val="4100"/>
              </a:lnSpc>
              <a:buNone/>
            </a:pPr>
            <a:r>
              <a:rPr lang="en-US" sz="3250" b="1" dirty="0">
                <a:solidFill>
                  <a:srgbClr val="FF8AAF"/>
                </a:solidFill>
                <a:latin typeface="Gill Sans MT" panose="020B0502020104020203" pitchFamily="34" charset="0"/>
                <a:ea typeface="Petrona Bold" pitchFamily="34" charset="-122"/>
                <a:cs typeface="Petrona Bold" pitchFamily="34" charset="-120"/>
              </a:rPr>
              <a:t>Why BMW + What Drives Me</a:t>
            </a:r>
            <a:endParaRPr lang="en-US" sz="3250" dirty="0">
              <a:latin typeface="Gill Sans MT" panose="020B0502020104020203" pitchFamily="34" charset="0"/>
            </a:endParaRPr>
          </a:p>
        </p:txBody>
      </p:sp>
      <p:sp>
        <p:nvSpPr>
          <p:cNvPr id="20" name="Text 1">
            <a:extLst>
              <a:ext uri="{FF2B5EF4-FFF2-40B4-BE49-F238E27FC236}">
                <a16:creationId xmlns:a16="http://schemas.microsoft.com/office/drawing/2014/main" id="{1326EDEE-8C79-5C58-BFF5-B06E414CA748}"/>
              </a:ext>
            </a:extLst>
          </p:cNvPr>
          <p:cNvSpPr/>
          <p:nvPr/>
        </p:nvSpPr>
        <p:spPr>
          <a:xfrm>
            <a:off x="793790" y="2566749"/>
            <a:ext cx="6279356" cy="1587698"/>
          </a:xfrm>
          <a:prstGeom prst="rect">
            <a:avLst/>
          </a:prstGeom>
          <a:noFill/>
          <a:ln/>
        </p:spPr>
        <p:txBody>
          <a:bodyPr wrap="square" lIns="0" tIns="0" rIns="0" bIns="0" rtlCol="0" anchor="t"/>
          <a:lstStyle/>
          <a:p>
            <a:pPr>
              <a:lnSpc>
                <a:spcPts val="2500"/>
              </a:lnSpc>
            </a:pPr>
            <a:r>
              <a:rPr lang="en-US" sz="1550" b="1" dirty="0">
                <a:latin typeface="Gill Sans MT" panose="020B0502020104020203" pitchFamily="34" charset="0"/>
                <a:ea typeface="Inter"/>
                <a:cs typeface="Aharoni" panose="02010803020104030203" pitchFamily="2" charset="-79"/>
              </a:rPr>
              <a:t>What makes me different</a:t>
            </a:r>
            <a:r>
              <a:rPr lang="en-US" sz="1550" dirty="0">
                <a:latin typeface="Gill Sans MT" panose="020B0502020104020203" pitchFamily="34" charset="0"/>
                <a:ea typeface="Inter"/>
                <a:cs typeface="Aharoni" panose="02010803020104030203" pitchFamily="2" charset="-79"/>
              </a:rPr>
              <a:t>: I am curious by nature and like to get into the details of things. When my car's synchromesh failed, I took apart the gearbox myself because I wanted to understand exactly how it works. That same hands-on curiosity drives how I approach software.</a:t>
            </a:r>
          </a:p>
        </p:txBody>
      </p:sp>
      <p:sp>
        <p:nvSpPr>
          <p:cNvPr id="21" name="Text 2">
            <a:extLst>
              <a:ext uri="{FF2B5EF4-FFF2-40B4-BE49-F238E27FC236}">
                <a16:creationId xmlns:a16="http://schemas.microsoft.com/office/drawing/2014/main" id="{CE581FB3-4482-2437-CFC5-3352B493C364}"/>
              </a:ext>
            </a:extLst>
          </p:cNvPr>
          <p:cNvSpPr/>
          <p:nvPr/>
        </p:nvSpPr>
        <p:spPr>
          <a:xfrm>
            <a:off x="793790" y="4998006"/>
            <a:ext cx="6279356" cy="1587698"/>
          </a:xfrm>
          <a:prstGeom prst="rect">
            <a:avLst/>
          </a:prstGeom>
          <a:noFill/>
          <a:ln/>
        </p:spPr>
        <p:txBody>
          <a:bodyPr wrap="square" lIns="0" tIns="0" rIns="0" bIns="0" rtlCol="0" anchor="t"/>
          <a:lstStyle/>
          <a:p>
            <a:pPr>
              <a:lnSpc>
                <a:spcPts val="2500"/>
              </a:lnSpc>
            </a:pPr>
            <a:r>
              <a:rPr lang="en-US" sz="1550" b="1" dirty="0">
                <a:latin typeface="Gill Sans MT" panose="020B0502020104020203" pitchFamily="34" charset="0"/>
                <a:ea typeface="Inter" pitchFamily="34" charset="-122"/>
                <a:cs typeface="Inter" pitchFamily="34" charset="-120"/>
              </a:rPr>
              <a:t>I experiment with the latest features </a:t>
            </a:r>
            <a:r>
              <a:rPr lang="en-US" sz="1550" dirty="0">
                <a:latin typeface="Gill Sans MT" panose="020B0502020104020203" pitchFamily="34" charset="0"/>
                <a:ea typeface="Inter" pitchFamily="34" charset="-122"/>
                <a:cs typeface="Inter" pitchFamily="34" charset="-120"/>
              </a:rPr>
              <a:t>in technology, often combining them to explore new possibilities before they become mainstream. I believe staying current with innovation helps me solve problems better.</a:t>
            </a:r>
            <a:endParaRPr lang="en-US" sz="1550" dirty="0">
              <a:latin typeface="Gill Sans MT" panose="020B0502020104020203" pitchFamily="34" charset="0"/>
            </a:endParaRPr>
          </a:p>
        </p:txBody>
      </p:sp>
      <p:sp>
        <p:nvSpPr>
          <p:cNvPr id="23" name="Text 3">
            <a:extLst>
              <a:ext uri="{FF2B5EF4-FFF2-40B4-BE49-F238E27FC236}">
                <a16:creationId xmlns:a16="http://schemas.microsoft.com/office/drawing/2014/main" id="{4C28AAEE-F19F-CED7-F481-4E11137FA0AF}"/>
              </a:ext>
            </a:extLst>
          </p:cNvPr>
          <p:cNvSpPr/>
          <p:nvPr/>
        </p:nvSpPr>
        <p:spPr>
          <a:xfrm>
            <a:off x="7445283" y="2943926"/>
            <a:ext cx="6279356" cy="1587698"/>
          </a:xfrm>
          <a:prstGeom prst="rect">
            <a:avLst/>
          </a:prstGeom>
          <a:noFill/>
          <a:ln/>
        </p:spPr>
        <p:txBody>
          <a:bodyPr wrap="square" lIns="0" tIns="0" rIns="0" bIns="0" rtlCol="0" anchor="t"/>
          <a:lstStyle/>
          <a:p>
            <a:pPr>
              <a:lnSpc>
                <a:spcPts val="2500"/>
              </a:lnSpc>
            </a:pPr>
            <a:r>
              <a:rPr lang="en-US" sz="1550" b="1" dirty="0">
                <a:latin typeface="Gill Sans MT" panose="020B0502020104020203" pitchFamily="34" charset="0"/>
                <a:ea typeface="Inter"/>
                <a:cs typeface="Inter" pitchFamily="34" charset="-120"/>
              </a:rPr>
              <a:t>I take ownership of my work</a:t>
            </a:r>
            <a:r>
              <a:rPr lang="en-US" sz="1550" dirty="0">
                <a:latin typeface="Gill Sans MT" panose="020B0502020104020203" pitchFamily="34" charset="0"/>
                <a:ea typeface="Inter"/>
                <a:cs typeface="Inter" pitchFamily="34" charset="-120"/>
              </a:rPr>
              <a:t>. If my name is on it, it needs to be done properly. BMW represents an environment where this level of technical excellence and innovation mindset is valued. I'm interested in contributing to automotive technology that makes a difference.</a:t>
            </a:r>
          </a:p>
          <a:p>
            <a:pPr>
              <a:lnSpc>
                <a:spcPts val="2500"/>
              </a:lnSpc>
            </a:pPr>
            <a:endParaRPr lang="en-US" sz="1550" dirty="0">
              <a:latin typeface="Gill Sans MT" panose="020B0502020104020203" pitchFamily="34" charset="0"/>
              <a:ea typeface="Inter"/>
              <a:cs typeface="Inter" pitchFamily="34" charset="-120"/>
            </a:endParaRPr>
          </a:p>
          <a:p>
            <a:pPr>
              <a:lnSpc>
                <a:spcPts val="2500"/>
              </a:lnSpc>
            </a:pPr>
            <a:r>
              <a:rPr lang="en-US" sz="1550" dirty="0">
                <a:latin typeface="Gill Sans MT" panose="020B0502020104020203" pitchFamily="34" charset="0"/>
                <a:ea typeface="Inter"/>
                <a:cs typeface="Inter" pitchFamily="34" charset="-120"/>
              </a:rPr>
              <a:t>I think you should care about what your company builds. If I worked in security, I wouldn't be passionate about security. But, I have a genuine affinity for cars -&gt; I understand them, and I'm passionate about them.</a:t>
            </a:r>
            <a:endParaRPr lang="en-US" sz="1550" dirty="0">
              <a:latin typeface="Gill Sans MT" panose="020B0502020104020203" pitchFamily="34" charset="0"/>
              <a:ea typeface="Inter"/>
            </a:endParaRPr>
          </a:p>
        </p:txBody>
      </p:sp>
      <p:pic>
        <p:nvPicPr>
          <p:cNvPr id="25" name="Picture 24" descr="A person in a hat working on a wood piece&#10;&#10;AI-generated content may be incorrect.">
            <a:extLst>
              <a:ext uri="{FF2B5EF4-FFF2-40B4-BE49-F238E27FC236}">
                <a16:creationId xmlns:a16="http://schemas.microsoft.com/office/drawing/2014/main" id="{C7F8DD4A-7760-54CA-8B37-A4BD8AD46A19}"/>
              </a:ext>
            </a:extLst>
          </p:cNvPr>
          <p:cNvPicPr>
            <a:picLocks noChangeAspect="1"/>
          </p:cNvPicPr>
          <p:nvPr/>
        </p:nvPicPr>
        <p:blipFill>
          <a:blip r:embed="rId2"/>
          <a:stretch>
            <a:fillRect/>
          </a:stretch>
        </p:blipFill>
        <p:spPr>
          <a:xfrm>
            <a:off x="8128987" y="620213"/>
            <a:ext cx="1606432" cy="2175001"/>
          </a:xfrm>
          <a:prstGeom prst="rect">
            <a:avLst/>
          </a:prstGeom>
        </p:spPr>
      </p:pic>
      <p:pic>
        <p:nvPicPr>
          <p:cNvPr id="27" name="Picture 26" descr="A person holding a metal object&#10;&#10;AI-generated content may be incorrect.">
            <a:extLst>
              <a:ext uri="{FF2B5EF4-FFF2-40B4-BE49-F238E27FC236}">
                <a16:creationId xmlns:a16="http://schemas.microsoft.com/office/drawing/2014/main" id="{66AA1F1A-552A-BEAB-9B91-2DFCFF948184}"/>
              </a:ext>
            </a:extLst>
          </p:cNvPr>
          <p:cNvPicPr>
            <a:picLocks noChangeAspect="1"/>
          </p:cNvPicPr>
          <p:nvPr/>
        </p:nvPicPr>
        <p:blipFill>
          <a:blip r:embed="rId3"/>
          <a:stretch>
            <a:fillRect/>
          </a:stretch>
        </p:blipFill>
        <p:spPr>
          <a:xfrm rot="5400000">
            <a:off x="12064488" y="6344222"/>
            <a:ext cx="2041804" cy="1531353"/>
          </a:xfrm>
          <a:prstGeom prst="rect">
            <a:avLst/>
          </a:prstGeom>
        </p:spPr>
      </p:pic>
      <p:pic>
        <p:nvPicPr>
          <p:cNvPr id="29" name="Picture 28" descr="A car with the door open&#10;&#10;AI-generated content may be incorrect.">
            <a:extLst>
              <a:ext uri="{FF2B5EF4-FFF2-40B4-BE49-F238E27FC236}">
                <a16:creationId xmlns:a16="http://schemas.microsoft.com/office/drawing/2014/main" id="{2E354DC2-8AC0-BB90-8D21-C1C76F532DDC}"/>
              </a:ext>
            </a:extLst>
          </p:cNvPr>
          <p:cNvPicPr>
            <a:picLocks noChangeAspect="1"/>
          </p:cNvPicPr>
          <p:nvPr/>
        </p:nvPicPr>
        <p:blipFill>
          <a:blip r:embed="rId4"/>
          <a:stretch>
            <a:fillRect/>
          </a:stretch>
        </p:blipFill>
        <p:spPr>
          <a:xfrm>
            <a:off x="9595685" y="6088998"/>
            <a:ext cx="2722404" cy="2041803"/>
          </a:xfrm>
          <a:prstGeom prst="rect">
            <a:avLst/>
          </a:prstGeom>
        </p:spPr>
      </p:pic>
      <p:pic>
        <p:nvPicPr>
          <p:cNvPr id="31" name="Picture 30" descr="A door in a room&#10;&#10;AI-generated content may be incorrect.">
            <a:extLst>
              <a:ext uri="{FF2B5EF4-FFF2-40B4-BE49-F238E27FC236}">
                <a16:creationId xmlns:a16="http://schemas.microsoft.com/office/drawing/2014/main" id="{19C92BE1-AD9D-4DF1-5ED5-733D96222D30}"/>
              </a:ext>
            </a:extLst>
          </p:cNvPr>
          <p:cNvPicPr>
            <a:picLocks noChangeAspect="1"/>
          </p:cNvPicPr>
          <p:nvPr/>
        </p:nvPicPr>
        <p:blipFill>
          <a:blip r:embed="rId5"/>
          <a:srcRect l="15710" t="20111"/>
          <a:stretch>
            <a:fillRect/>
          </a:stretch>
        </p:blipFill>
        <p:spPr>
          <a:xfrm rot="5400000">
            <a:off x="9420953" y="934679"/>
            <a:ext cx="2175001" cy="1546070"/>
          </a:xfrm>
          <a:prstGeom prst="rect">
            <a:avLst/>
          </a:prstGeom>
        </p:spPr>
      </p:pic>
      <p:pic>
        <p:nvPicPr>
          <p:cNvPr id="33" name="Picture 32" descr="A person standing on a hill with a backpack&#10;&#10;AI-generated content may be incorrect.">
            <a:extLst>
              <a:ext uri="{FF2B5EF4-FFF2-40B4-BE49-F238E27FC236}">
                <a16:creationId xmlns:a16="http://schemas.microsoft.com/office/drawing/2014/main" id="{593DC4B1-CC00-C340-CEEF-6690CCBE71FB}"/>
              </a:ext>
            </a:extLst>
          </p:cNvPr>
          <p:cNvPicPr>
            <a:picLocks noChangeAspect="1"/>
          </p:cNvPicPr>
          <p:nvPr/>
        </p:nvPicPr>
        <p:blipFill>
          <a:blip r:embed="rId6"/>
          <a:stretch>
            <a:fillRect/>
          </a:stretch>
        </p:blipFill>
        <p:spPr>
          <a:xfrm>
            <a:off x="11281489" y="620213"/>
            <a:ext cx="1631251" cy="2175001"/>
          </a:xfrm>
          <a:prstGeom prst="rect">
            <a:avLst/>
          </a:prstGeom>
        </p:spPr>
      </p:pic>
    </p:spTree>
    <p:extLst>
      <p:ext uri="{BB962C8B-B14F-4D97-AF65-F5344CB8AC3E}">
        <p14:creationId xmlns:p14="http://schemas.microsoft.com/office/powerpoint/2010/main" val="1800220090"/>
      </p:ext>
    </p:extLst>
  </p:cSld>
  <p:clrMapOvr>
    <a:masterClrMapping/>
  </p:clrMapOvr>
</p:sld>
</file>

<file path=ppt/theme/theme1.xml><?xml version="1.0" encoding="utf-8"?>
<a:theme xmlns:a="http://schemas.openxmlformats.org/drawingml/2006/main" name="2_Office Theme">
  <a:themeElements>
    <a:clrScheme name="Custom 11">
      <a:dk1>
        <a:srgbClr val="000000"/>
      </a:dk1>
      <a:lt1>
        <a:srgbClr val="FFFFFF"/>
      </a:lt1>
      <a:dk2>
        <a:srgbClr val="8439BD"/>
      </a:dk2>
      <a:lt2>
        <a:srgbClr val="EBEBEB"/>
      </a:lt2>
      <a:accent1>
        <a:srgbClr val="0EABB7"/>
      </a:accent1>
      <a:accent2>
        <a:srgbClr val="4868E5"/>
      </a:accent2>
      <a:accent3>
        <a:srgbClr val="20A472"/>
      </a:accent3>
      <a:accent4>
        <a:srgbClr val="B13DC8"/>
      </a:accent4>
      <a:accent5>
        <a:srgbClr val="172DA6"/>
      </a:accent5>
      <a:accent6>
        <a:srgbClr val="00B0F0"/>
      </a:accent6>
      <a:hlink>
        <a:srgbClr val="00B0F0"/>
      </a:hlink>
      <a:folHlink>
        <a:srgbClr val="B13DC8"/>
      </a:folHlink>
    </a:clrScheme>
    <a:fontScheme name="Custom 11">
      <a:majorFont>
        <a:latin typeface="Speak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8510192_TF16411242_Win32" id="{BDCC61A1-9267-4222-8279-29FA59D3AA38}" vid="{C1BBCB1A-F274-49F6-900C-88B983E498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C1DAB8B-23BA-4827-9CE8-505DD4A39F0A}">
  <we:reference id="wa104178141" version="4.3.3.0" store="en-US"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55BC56-8FA3-435B-ACDD-0E8E6241EF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11B2B9-8CE5-4E5A-B70F-6B056FE844E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66BA265-3C9C-41FF-80C6-61A7F961C0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Colourful product roadmap timeline </Template>
  <TotalTime>398</TotalTime>
  <Words>701</Words>
  <Application>Microsoft Office PowerPoint</Application>
  <PresentationFormat>Custom</PresentationFormat>
  <Paragraphs>58</Paragraphs>
  <Slides>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Avenir Next LT Pro Light</vt:lpstr>
      <vt:lpstr>Calibri</vt:lpstr>
      <vt:lpstr>Gill Sans MT</vt:lpstr>
      <vt:lpstr>Speak Pro</vt:lpstr>
      <vt:lpstr>2_Office Theme</vt:lpstr>
      <vt:lpstr>About Me:</vt:lpstr>
      <vt:lpstr>My Passion for IT: A Lifelong Journey</vt:lpstr>
      <vt:lpstr>Academic Projects: Applying Technical Expertise</vt:lpstr>
      <vt:lpstr>Personal Projects: Driving Innovation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Cullen</dc:creator>
  <cp:lastModifiedBy>Ed Cullen</cp:lastModifiedBy>
  <cp:revision>1</cp:revision>
  <dcterms:created xsi:type="dcterms:W3CDTF">2025-09-03T13:36:24Z</dcterms:created>
  <dcterms:modified xsi:type="dcterms:W3CDTF">2025-09-04T12:30:29Z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